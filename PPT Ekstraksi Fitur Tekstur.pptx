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5" r:id="rId1"/>
  </p:sldMasterIdLst>
  <p:notesMasterIdLst>
    <p:notesMasterId r:id="rId14"/>
  </p:notesMasterIdLst>
  <p:sldIdLst>
    <p:sldId id="256" r:id="rId2"/>
    <p:sldId id="260" r:id="rId3"/>
    <p:sldId id="262" r:id="rId4"/>
    <p:sldId id="297" r:id="rId5"/>
    <p:sldId id="304" r:id="rId6"/>
    <p:sldId id="305" r:id="rId7"/>
    <p:sldId id="306" r:id="rId8"/>
    <p:sldId id="307" r:id="rId9"/>
    <p:sldId id="298" r:id="rId10"/>
    <p:sldId id="299" r:id="rId11"/>
    <p:sldId id="302" r:id="rId12"/>
    <p:sldId id="303" r:id="rId13"/>
  </p:sldIdLst>
  <p:sldSz cx="9144000" cy="5143500" type="screen16x9"/>
  <p:notesSz cx="6858000" cy="9144000"/>
  <p:embeddedFontLst>
    <p:embeddedFont>
      <p:font typeface="Arial Rounded MT Bold" panose="020F0704030504030204" pitchFamily="34" charset="0"/>
      <p:regular r:id="rId15"/>
    </p:embeddedFont>
    <p:embeddedFont>
      <p:font typeface="Arimo" panose="020B0604020202020204" charset="0"/>
      <p:regular r:id="rId16"/>
      <p:bold r:id="rId17"/>
      <p:italic r:id="rId18"/>
      <p:boldItalic r:id="rId19"/>
    </p:embeddedFont>
    <p:embeddedFont>
      <p:font typeface="DM Serif Text" pitchFamily="2" charset="0"/>
      <p:regular r:id="rId20"/>
      <p:italic r:id="rId21"/>
    </p:embeddedFont>
    <p:embeddedFont>
      <p:font typeface="Raleway" pitchFamily="2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B523C46-C11B-4183-A62D-B985E1AFD0B1}">
  <a:tblStyle styleId="{6B523C46-C11B-4183-A62D-B985E1AFD0B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86349278-DA3D-45FB-896E-3C0A75BB524C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51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111e7c571f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111e7c571f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21258269c9b_0_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g21258269c9b_0_1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1">
          <a:extLst>
            <a:ext uri="{FF2B5EF4-FFF2-40B4-BE49-F238E27FC236}">
              <a16:creationId xmlns:a16="http://schemas.microsoft.com/office/drawing/2014/main" id="{DCECC95F-BE9F-ECB2-ADDC-3D713B3E11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21258269c9b_0_111:notes">
            <a:extLst>
              <a:ext uri="{FF2B5EF4-FFF2-40B4-BE49-F238E27FC236}">
                <a16:creationId xmlns:a16="http://schemas.microsoft.com/office/drawing/2014/main" id="{AD6217A0-48E3-7E6C-616C-0196E992A87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g21258269c9b_0_111:notes">
            <a:extLst>
              <a:ext uri="{FF2B5EF4-FFF2-40B4-BE49-F238E27FC236}">
                <a16:creationId xmlns:a16="http://schemas.microsoft.com/office/drawing/2014/main" id="{3E5F5ECE-30F8-7F02-8389-1BBCD44CAF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63163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1">
          <a:extLst>
            <a:ext uri="{FF2B5EF4-FFF2-40B4-BE49-F238E27FC236}">
              <a16:creationId xmlns:a16="http://schemas.microsoft.com/office/drawing/2014/main" id="{1AD28B4F-4E28-31E0-C5E5-AF8325C6D7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21258269c9b_0_111:notes">
            <a:extLst>
              <a:ext uri="{FF2B5EF4-FFF2-40B4-BE49-F238E27FC236}">
                <a16:creationId xmlns:a16="http://schemas.microsoft.com/office/drawing/2014/main" id="{3384D06B-FB3A-CF5D-96CF-7BA3C4CC62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g21258269c9b_0_111:notes">
            <a:extLst>
              <a:ext uri="{FF2B5EF4-FFF2-40B4-BE49-F238E27FC236}">
                <a16:creationId xmlns:a16="http://schemas.microsoft.com/office/drawing/2014/main" id="{EEED64D5-7AC1-EEFE-373B-9BC07435B7A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294655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1">
          <a:extLst>
            <a:ext uri="{FF2B5EF4-FFF2-40B4-BE49-F238E27FC236}">
              <a16:creationId xmlns:a16="http://schemas.microsoft.com/office/drawing/2014/main" id="{587BA923-E49F-8095-EB36-572153F93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21258269c9b_0_111:notes">
            <a:extLst>
              <a:ext uri="{FF2B5EF4-FFF2-40B4-BE49-F238E27FC236}">
                <a16:creationId xmlns:a16="http://schemas.microsoft.com/office/drawing/2014/main" id="{CE515D14-BBB2-1E6E-6C5F-CC0E7565109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g21258269c9b_0_111:notes">
            <a:extLst>
              <a:ext uri="{FF2B5EF4-FFF2-40B4-BE49-F238E27FC236}">
                <a16:creationId xmlns:a16="http://schemas.microsoft.com/office/drawing/2014/main" id="{62719714-8DA7-772D-D080-BA52F43DFAE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639932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1">
          <a:extLst>
            <a:ext uri="{FF2B5EF4-FFF2-40B4-BE49-F238E27FC236}">
              <a16:creationId xmlns:a16="http://schemas.microsoft.com/office/drawing/2014/main" id="{937FFFA1-6692-7E5A-1ED6-4878D430A7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21258269c9b_0_111:notes">
            <a:extLst>
              <a:ext uri="{FF2B5EF4-FFF2-40B4-BE49-F238E27FC236}">
                <a16:creationId xmlns:a16="http://schemas.microsoft.com/office/drawing/2014/main" id="{ECC5180C-C7D8-9C4E-6E8A-FBCA9F8D62D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g21258269c9b_0_111:notes">
            <a:extLst>
              <a:ext uri="{FF2B5EF4-FFF2-40B4-BE49-F238E27FC236}">
                <a16:creationId xmlns:a16="http://schemas.microsoft.com/office/drawing/2014/main" id="{DA23B65C-089F-5E65-3DCC-3C5D1AE7D5D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767726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1">
          <a:extLst>
            <a:ext uri="{FF2B5EF4-FFF2-40B4-BE49-F238E27FC236}">
              <a16:creationId xmlns:a16="http://schemas.microsoft.com/office/drawing/2014/main" id="{29B68B31-EF39-0010-6628-06582C5D37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21258269c9b_0_111:notes">
            <a:extLst>
              <a:ext uri="{FF2B5EF4-FFF2-40B4-BE49-F238E27FC236}">
                <a16:creationId xmlns:a16="http://schemas.microsoft.com/office/drawing/2014/main" id="{1678584A-A03F-4C6C-04E6-E6332CEF16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g21258269c9b_0_111:notes">
            <a:extLst>
              <a:ext uri="{FF2B5EF4-FFF2-40B4-BE49-F238E27FC236}">
                <a16:creationId xmlns:a16="http://schemas.microsoft.com/office/drawing/2014/main" id="{EDEF868A-C0A1-B302-3785-1EB11734B00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493736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1">
          <a:extLst>
            <a:ext uri="{FF2B5EF4-FFF2-40B4-BE49-F238E27FC236}">
              <a16:creationId xmlns:a16="http://schemas.microsoft.com/office/drawing/2014/main" id="{811160D8-EC96-0CA3-38A0-CF15BED0E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21258269c9b_0_111:notes">
            <a:extLst>
              <a:ext uri="{FF2B5EF4-FFF2-40B4-BE49-F238E27FC236}">
                <a16:creationId xmlns:a16="http://schemas.microsoft.com/office/drawing/2014/main" id="{464B1D5A-72D7-A265-2FA3-F5B5D6C85CB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g21258269c9b_0_111:notes">
            <a:extLst>
              <a:ext uri="{FF2B5EF4-FFF2-40B4-BE49-F238E27FC236}">
                <a16:creationId xmlns:a16="http://schemas.microsoft.com/office/drawing/2014/main" id="{38B995F1-08AC-1E4C-F780-EF2C8638D8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958376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1">
          <a:extLst>
            <a:ext uri="{FF2B5EF4-FFF2-40B4-BE49-F238E27FC236}">
              <a16:creationId xmlns:a16="http://schemas.microsoft.com/office/drawing/2014/main" id="{E8858974-F434-F747-95AB-A2B38F18EA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21258269c9b_0_111:notes">
            <a:extLst>
              <a:ext uri="{FF2B5EF4-FFF2-40B4-BE49-F238E27FC236}">
                <a16:creationId xmlns:a16="http://schemas.microsoft.com/office/drawing/2014/main" id="{A43EAE61-9D8C-CA66-7D90-51C451D8836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g21258269c9b_0_111:notes">
            <a:extLst>
              <a:ext uri="{FF2B5EF4-FFF2-40B4-BE49-F238E27FC236}">
                <a16:creationId xmlns:a16="http://schemas.microsoft.com/office/drawing/2014/main" id="{CF84CA41-2826-6420-F455-C2E98A7F407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441391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1">
          <a:extLst>
            <a:ext uri="{FF2B5EF4-FFF2-40B4-BE49-F238E27FC236}">
              <a16:creationId xmlns:a16="http://schemas.microsoft.com/office/drawing/2014/main" id="{7063BC8E-4603-7475-EAAB-AFF4562176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21258269c9b_0_111:notes">
            <a:extLst>
              <a:ext uri="{FF2B5EF4-FFF2-40B4-BE49-F238E27FC236}">
                <a16:creationId xmlns:a16="http://schemas.microsoft.com/office/drawing/2014/main" id="{0D06E123-6B99-6218-B23D-3A8ECACB394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g21258269c9b_0_111:notes">
            <a:extLst>
              <a:ext uri="{FF2B5EF4-FFF2-40B4-BE49-F238E27FC236}">
                <a16:creationId xmlns:a16="http://schemas.microsoft.com/office/drawing/2014/main" id="{465A2A28-2B35-DDF0-9A02-9B129D389FF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4238291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1">
          <a:extLst>
            <a:ext uri="{FF2B5EF4-FFF2-40B4-BE49-F238E27FC236}">
              <a16:creationId xmlns:a16="http://schemas.microsoft.com/office/drawing/2014/main" id="{BA1D2E3D-FB64-CFD8-C52D-BD2718BC46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21258269c9b_0_111:notes">
            <a:extLst>
              <a:ext uri="{FF2B5EF4-FFF2-40B4-BE49-F238E27FC236}">
                <a16:creationId xmlns:a16="http://schemas.microsoft.com/office/drawing/2014/main" id="{25345D28-30FA-C895-687B-3A8F230248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g21258269c9b_0_111:notes">
            <a:extLst>
              <a:ext uri="{FF2B5EF4-FFF2-40B4-BE49-F238E27FC236}">
                <a16:creationId xmlns:a16="http://schemas.microsoft.com/office/drawing/2014/main" id="{79515987-3525-8CDC-11E8-64D4EFAEEC4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299597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715100" y="1012438"/>
            <a:ext cx="6251100" cy="157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4572000" y="3721563"/>
            <a:ext cx="3856800" cy="40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0" y="4608500"/>
            <a:ext cx="9144000" cy="535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" name="Google Shape;13;p2"/>
          <p:cNvGrpSpPr/>
          <p:nvPr/>
        </p:nvGrpSpPr>
        <p:grpSpPr>
          <a:xfrm>
            <a:off x="8800388" y="-8450"/>
            <a:ext cx="13" cy="5152025"/>
            <a:chOff x="8800388" y="-8450"/>
            <a:chExt cx="13" cy="5152025"/>
          </a:xfrm>
        </p:grpSpPr>
        <p:cxnSp>
          <p:nvCxnSpPr>
            <p:cNvPr id="14" name="Google Shape;14;p2"/>
            <p:cNvCxnSpPr/>
            <p:nvPr/>
          </p:nvCxnSpPr>
          <p:spPr>
            <a:xfrm rot="10800000">
              <a:off x="8800400" y="-8450"/>
              <a:ext cx="0" cy="46167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" name="Google Shape;15;p2"/>
            <p:cNvCxnSpPr/>
            <p:nvPr/>
          </p:nvCxnSpPr>
          <p:spPr>
            <a:xfrm rot="10800000">
              <a:off x="8800388" y="4608975"/>
              <a:ext cx="0" cy="5346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6" name="Google Shape;16;p2"/>
          <p:cNvGrpSpPr/>
          <p:nvPr/>
        </p:nvGrpSpPr>
        <p:grpSpPr>
          <a:xfrm>
            <a:off x="320975" y="4733475"/>
            <a:ext cx="394125" cy="271800"/>
            <a:chOff x="215225" y="4734875"/>
            <a:chExt cx="394125" cy="271800"/>
          </a:xfrm>
        </p:grpSpPr>
        <p:sp>
          <p:nvSpPr>
            <p:cNvPr id="17" name="Google Shape;17;p2"/>
            <p:cNvSpPr/>
            <p:nvPr/>
          </p:nvSpPr>
          <p:spPr>
            <a:xfrm>
              <a:off x="215225" y="4734875"/>
              <a:ext cx="271800" cy="2718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337550" y="4734875"/>
              <a:ext cx="271800" cy="2718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7"/>
          <p:cNvPicPr preferRelativeResize="0"/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7"/>
          <p:cNvSpPr txBox="1">
            <a:spLocks noGrp="1"/>
          </p:cNvSpPr>
          <p:nvPr>
            <p:ph type="title"/>
          </p:nvPr>
        </p:nvSpPr>
        <p:spPr>
          <a:xfrm>
            <a:off x="720000" y="1042800"/>
            <a:ext cx="38520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7"/>
          <p:cNvSpPr txBox="1">
            <a:spLocks noGrp="1"/>
          </p:cNvSpPr>
          <p:nvPr>
            <p:ph type="body" idx="1"/>
          </p:nvPr>
        </p:nvSpPr>
        <p:spPr>
          <a:xfrm>
            <a:off x="720000" y="1615500"/>
            <a:ext cx="3852000" cy="248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72" name="Google Shape;72;p7"/>
          <p:cNvSpPr>
            <a:spLocks noGrp="1"/>
          </p:cNvSpPr>
          <p:nvPr>
            <p:ph type="pic" idx="2"/>
          </p:nvPr>
        </p:nvSpPr>
        <p:spPr>
          <a:xfrm>
            <a:off x="5304925" y="681375"/>
            <a:ext cx="3123900" cy="37806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7"/>
          <p:cNvSpPr/>
          <p:nvPr/>
        </p:nvSpPr>
        <p:spPr>
          <a:xfrm>
            <a:off x="0" y="4608500"/>
            <a:ext cx="9144000" cy="535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4" name="Google Shape;74;p7"/>
          <p:cNvGrpSpPr/>
          <p:nvPr/>
        </p:nvGrpSpPr>
        <p:grpSpPr>
          <a:xfrm>
            <a:off x="4374925" y="4740200"/>
            <a:ext cx="394125" cy="271800"/>
            <a:chOff x="215225" y="4734875"/>
            <a:chExt cx="394125" cy="271800"/>
          </a:xfrm>
        </p:grpSpPr>
        <p:sp>
          <p:nvSpPr>
            <p:cNvPr id="75" name="Google Shape;75;p7"/>
            <p:cNvSpPr/>
            <p:nvPr/>
          </p:nvSpPr>
          <p:spPr>
            <a:xfrm>
              <a:off x="215225" y="4734875"/>
              <a:ext cx="271800" cy="2718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7"/>
            <p:cNvSpPr/>
            <p:nvPr/>
          </p:nvSpPr>
          <p:spPr>
            <a:xfrm>
              <a:off x="337550" y="4734875"/>
              <a:ext cx="271800" cy="2718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7" name="Google Shape;77;p7"/>
          <p:cNvGrpSpPr/>
          <p:nvPr/>
        </p:nvGrpSpPr>
        <p:grpSpPr>
          <a:xfrm>
            <a:off x="-6303" y="-673"/>
            <a:ext cx="9170700" cy="5161600"/>
            <a:chOff x="-6303" y="-673"/>
            <a:chExt cx="9170700" cy="5161600"/>
          </a:xfrm>
        </p:grpSpPr>
        <p:grpSp>
          <p:nvGrpSpPr>
            <p:cNvPr id="78" name="Google Shape;78;p7"/>
            <p:cNvGrpSpPr/>
            <p:nvPr/>
          </p:nvGrpSpPr>
          <p:grpSpPr>
            <a:xfrm>
              <a:off x="8800938" y="-673"/>
              <a:ext cx="13" cy="5161600"/>
              <a:chOff x="8800938" y="-18025"/>
              <a:chExt cx="13" cy="5161600"/>
            </a:xfrm>
          </p:grpSpPr>
          <p:cxnSp>
            <p:nvCxnSpPr>
              <p:cNvPr id="79" name="Google Shape;79;p7"/>
              <p:cNvCxnSpPr/>
              <p:nvPr/>
            </p:nvCxnSpPr>
            <p:spPr>
              <a:xfrm rot="10800000">
                <a:off x="8800950" y="-18025"/>
                <a:ext cx="0" cy="4615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0" name="Google Shape;80;p7"/>
              <p:cNvCxnSpPr/>
              <p:nvPr/>
            </p:nvCxnSpPr>
            <p:spPr>
              <a:xfrm rot="10800000">
                <a:off x="8800938" y="4590975"/>
                <a:ext cx="0" cy="552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cxnSp>
          <p:nvCxnSpPr>
            <p:cNvPr id="81" name="Google Shape;81;p7"/>
            <p:cNvCxnSpPr/>
            <p:nvPr/>
          </p:nvCxnSpPr>
          <p:spPr>
            <a:xfrm>
              <a:off x="-6303" y="251525"/>
              <a:ext cx="91707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8"/>
          <p:cNvPicPr preferRelativeResize="0"/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8"/>
          <p:cNvSpPr txBox="1">
            <a:spLocks noGrp="1"/>
          </p:cNvSpPr>
          <p:nvPr>
            <p:ph type="title"/>
          </p:nvPr>
        </p:nvSpPr>
        <p:spPr>
          <a:xfrm>
            <a:off x="2724150" y="1307100"/>
            <a:ext cx="36957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sp>
        <p:nvSpPr>
          <p:cNvPr id="85" name="Google Shape;85;p8"/>
          <p:cNvSpPr/>
          <p:nvPr/>
        </p:nvSpPr>
        <p:spPr>
          <a:xfrm flipH="1">
            <a:off x="1926" y="75"/>
            <a:ext cx="7152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6" name="Google Shape;86;p8"/>
          <p:cNvGrpSpPr/>
          <p:nvPr/>
        </p:nvGrpSpPr>
        <p:grpSpPr>
          <a:xfrm rot="-5400000" flipH="1">
            <a:off x="162316" y="2435865"/>
            <a:ext cx="394125" cy="271746"/>
            <a:chOff x="215225" y="4734875"/>
            <a:chExt cx="394125" cy="271800"/>
          </a:xfrm>
        </p:grpSpPr>
        <p:sp>
          <p:nvSpPr>
            <p:cNvPr id="87" name="Google Shape;87;p8"/>
            <p:cNvSpPr/>
            <p:nvPr/>
          </p:nvSpPr>
          <p:spPr>
            <a:xfrm>
              <a:off x="215225" y="4734875"/>
              <a:ext cx="271800" cy="2718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337550" y="4734875"/>
              <a:ext cx="271800" cy="2718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973" y="-8375"/>
            <a:ext cx="9143739" cy="5152800"/>
            <a:chOff x="973" y="-8375"/>
            <a:chExt cx="9143739" cy="5152800"/>
          </a:xfrm>
        </p:grpSpPr>
        <p:cxnSp>
          <p:nvCxnSpPr>
            <p:cNvPr id="90" name="Google Shape;90;p8"/>
            <p:cNvCxnSpPr/>
            <p:nvPr/>
          </p:nvCxnSpPr>
          <p:spPr>
            <a:xfrm rot="10800000">
              <a:off x="700912" y="4890750"/>
              <a:ext cx="8443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1" name="Google Shape;91;p8"/>
            <p:cNvCxnSpPr/>
            <p:nvPr/>
          </p:nvCxnSpPr>
          <p:spPr>
            <a:xfrm rot="10800000">
              <a:off x="973" y="4890750"/>
              <a:ext cx="7173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2" name="Google Shape;92;p8"/>
            <p:cNvCxnSpPr/>
            <p:nvPr/>
          </p:nvCxnSpPr>
          <p:spPr>
            <a:xfrm rot="10800000">
              <a:off x="8800950" y="-8375"/>
              <a:ext cx="0" cy="51528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9"/>
          <p:cNvPicPr preferRelativeResize="0"/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9"/>
          <p:cNvSpPr txBox="1">
            <a:spLocks noGrp="1"/>
          </p:cNvSpPr>
          <p:nvPr>
            <p:ph type="title"/>
          </p:nvPr>
        </p:nvSpPr>
        <p:spPr>
          <a:xfrm>
            <a:off x="2201850" y="1584874"/>
            <a:ext cx="47403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96" name="Google Shape;96;p9"/>
          <p:cNvSpPr txBox="1">
            <a:spLocks noGrp="1"/>
          </p:cNvSpPr>
          <p:nvPr>
            <p:ph type="subTitle" idx="1"/>
          </p:nvPr>
        </p:nvSpPr>
        <p:spPr>
          <a:xfrm>
            <a:off x="2201925" y="2427926"/>
            <a:ext cx="4740300" cy="113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-125" y="-11925"/>
            <a:ext cx="9144000" cy="546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8" name="Google Shape;98;p9"/>
          <p:cNvGrpSpPr/>
          <p:nvPr/>
        </p:nvGrpSpPr>
        <p:grpSpPr>
          <a:xfrm>
            <a:off x="4374800" y="123825"/>
            <a:ext cx="394125" cy="271800"/>
            <a:chOff x="215225" y="4734875"/>
            <a:chExt cx="394125" cy="271800"/>
          </a:xfrm>
        </p:grpSpPr>
        <p:sp>
          <p:nvSpPr>
            <p:cNvPr id="99" name="Google Shape;99;p9"/>
            <p:cNvSpPr/>
            <p:nvPr/>
          </p:nvSpPr>
          <p:spPr>
            <a:xfrm>
              <a:off x="215225" y="4734875"/>
              <a:ext cx="271800" cy="2718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9"/>
            <p:cNvSpPr/>
            <p:nvPr/>
          </p:nvSpPr>
          <p:spPr>
            <a:xfrm>
              <a:off x="337550" y="4734875"/>
              <a:ext cx="271800" cy="2718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1" name="Google Shape;101;p9"/>
          <p:cNvGrpSpPr/>
          <p:nvPr/>
        </p:nvGrpSpPr>
        <p:grpSpPr>
          <a:xfrm>
            <a:off x="0" y="-11550"/>
            <a:ext cx="9151800" cy="5156975"/>
            <a:chOff x="0" y="-11550"/>
            <a:chExt cx="9151800" cy="5156975"/>
          </a:xfrm>
        </p:grpSpPr>
        <p:cxnSp>
          <p:nvCxnSpPr>
            <p:cNvPr id="102" name="Google Shape;102;p9"/>
            <p:cNvCxnSpPr/>
            <p:nvPr/>
          </p:nvCxnSpPr>
          <p:spPr>
            <a:xfrm>
              <a:off x="0" y="4897525"/>
              <a:ext cx="9151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03" name="Google Shape;103;p9"/>
            <p:cNvGrpSpPr/>
            <p:nvPr/>
          </p:nvGrpSpPr>
          <p:grpSpPr>
            <a:xfrm>
              <a:off x="343300" y="-11550"/>
              <a:ext cx="0" cy="5156975"/>
              <a:chOff x="343300" y="-11550"/>
              <a:chExt cx="0" cy="5156975"/>
            </a:xfrm>
          </p:grpSpPr>
          <p:cxnSp>
            <p:nvCxnSpPr>
              <p:cNvPr id="104" name="Google Shape;104;p9"/>
              <p:cNvCxnSpPr/>
              <p:nvPr/>
            </p:nvCxnSpPr>
            <p:spPr>
              <a:xfrm rot="10800000">
                <a:off x="343300" y="533225"/>
                <a:ext cx="0" cy="4612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5" name="Google Shape;105;p9"/>
              <p:cNvCxnSpPr/>
              <p:nvPr/>
            </p:nvCxnSpPr>
            <p:spPr>
              <a:xfrm rot="10800000">
                <a:off x="343300" y="-11550"/>
                <a:ext cx="0" cy="54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0"/>
          <p:cNvSpPr>
            <a:spLocks noGrp="1"/>
          </p:cNvSpPr>
          <p:nvPr>
            <p:ph type="pic" idx="2"/>
          </p:nvPr>
        </p:nvSpPr>
        <p:spPr>
          <a:xfrm>
            <a:off x="-6875" y="0"/>
            <a:ext cx="9144000" cy="5157300"/>
          </a:xfrm>
          <a:prstGeom prst="rect">
            <a:avLst/>
          </a:prstGeom>
          <a:noFill/>
          <a:ln>
            <a:noFill/>
          </a:ln>
        </p:spPr>
      </p:sp>
      <p:sp>
        <p:nvSpPr>
          <p:cNvPr id="108" name="Google Shape;108;p10"/>
          <p:cNvSpPr txBox="1">
            <a:spLocks noGrp="1"/>
          </p:cNvSpPr>
          <p:nvPr>
            <p:ph type="title"/>
          </p:nvPr>
        </p:nvSpPr>
        <p:spPr>
          <a:xfrm>
            <a:off x="720000" y="4038000"/>
            <a:ext cx="7704000" cy="5727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dk2"/>
        </a:solidFill>
        <a:effectLst/>
      </p:bgPr>
    </p:bg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CUSTOM_6"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19"/>
          <p:cNvPicPr preferRelativeResize="0"/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1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18" name="Google Shape;218;p19"/>
          <p:cNvSpPr txBox="1">
            <a:spLocks noGrp="1"/>
          </p:cNvSpPr>
          <p:nvPr>
            <p:ph type="subTitle" idx="1"/>
          </p:nvPr>
        </p:nvSpPr>
        <p:spPr>
          <a:xfrm>
            <a:off x="824075" y="2421750"/>
            <a:ext cx="2243400" cy="176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19" name="Google Shape;219;p19"/>
          <p:cNvSpPr txBox="1">
            <a:spLocks noGrp="1"/>
          </p:cNvSpPr>
          <p:nvPr>
            <p:ph type="subTitle" idx="2"/>
          </p:nvPr>
        </p:nvSpPr>
        <p:spPr>
          <a:xfrm>
            <a:off x="3450365" y="2421750"/>
            <a:ext cx="2243400" cy="176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20" name="Google Shape;220;p19"/>
          <p:cNvSpPr txBox="1">
            <a:spLocks noGrp="1"/>
          </p:cNvSpPr>
          <p:nvPr>
            <p:ph type="subTitle" idx="3"/>
          </p:nvPr>
        </p:nvSpPr>
        <p:spPr>
          <a:xfrm>
            <a:off x="6076661" y="2421750"/>
            <a:ext cx="2243400" cy="176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21" name="Google Shape;221;p19"/>
          <p:cNvSpPr txBox="1">
            <a:spLocks noGrp="1"/>
          </p:cNvSpPr>
          <p:nvPr>
            <p:ph type="subTitle" idx="4"/>
          </p:nvPr>
        </p:nvSpPr>
        <p:spPr>
          <a:xfrm>
            <a:off x="824075" y="1806675"/>
            <a:ext cx="22434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22" name="Google Shape;222;p19"/>
          <p:cNvSpPr txBox="1">
            <a:spLocks noGrp="1"/>
          </p:cNvSpPr>
          <p:nvPr>
            <p:ph type="subTitle" idx="5"/>
          </p:nvPr>
        </p:nvSpPr>
        <p:spPr>
          <a:xfrm>
            <a:off x="3450368" y="1806676"/>
            <a:ext cx="22434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23" name="Google Shape;223;p19"/>
          <p:cNvSpPr txBox="1">
            <a:spLocks noGrp="1"/>
          </p:cNvSpPr>
          <p:nvPr>
            <p:ph type="subTitle" idx="6"/>
          </p:nvPr>
        </p:nvSpPr>
        <p:spPr>
          <a:xfrm>
            <a:off x="6076661" y="1806675"/>
            <a:ext cx="22434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24" name="Google Shape;224;p19"/>
          <p:cNvSpPr/>
          <p:nvPr/>
        </p:nvSpPr>
        <p:spPr>
          <a:xfrm>
            <a:off x="-125" y="-11925"/>
            <a:ext cx="9144000" cy="546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5" name="Google Shape;225;p19"/>
          <p:cNvGrpSpPr/>
          <p:nvPr/>
        </p:nvGrpSpPr>
        <p:grpSpPr>
          <a:xfrm>
            <a:off x="4374800" y="123825"/>
            <a:ext cx="394125" cy="271800"/>
            <a:chOff x="215225" y="4734875"/>
            <a:chExt cx="394125" cy="271800"/>
          </a:xfrm>
        </p:grpSpPr>
        <p:sp>
          <p:nvSpPr>
            <p:cNvPr id="226" name="Google Shape;226;p19"/>
            <p:cNvSpPr/>
            <p:nvPr/>
          </p:nvSpPr>
          <p:spPr>
            <a:xfrm>
              <a:off x="215225" y="4734875"/>
              <a:ext cx="271800" cy="2718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19"/>
            <p:cNvSpPr/>
            <p:nvPr/>
          </p:nvSpPr>
          <p:spPr>
            <a:xfrm>
              <a:off x="337550" y="4734875"/>
              <a:ext cx="271800" cy="2718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8" name="Google Shape;228;p19"/>
          <p:cNvGrpSpPr/>
          <p:nvPr/>
        </p:nvGrpSpPr>
        <p:grpSpPr>
          <a:xfrm>
            <a:off x="0" y="-11550"/>
            <a:ext cx="9151800" cy="5156975"/>
            <a:chOff x="0" y="-11550"/>
            <a:chExt cx="9151800" cy="5156975"/>
          </a:xfrm>
        </p:grpSpPr>
        <p:cxnSp>
          <p:nvCxnSpPr>
            <p:cNvPr id="229" name="Google Shape;229;p19"/>
            <p:cNvCxnSpPr/>
            <p:nvPr/>
          </p:nvCxnSpPr>
          <p:spPr>
            <a:xfrm>
              <a:off x="0" y="4897525"/>
              <a:ext cx="9151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230" name="Google Shape;230;p19"/>
            <p:cNvGrpSpPr/>
            <p:nvPr/>
          </p:nvGrpSpPr>
          <p:grpSpPr>
            <a:xfrm>
              <a:off x="343300" y="-11550"/>
              <a:ext cx="0" cy="5156975"/>
              <a:chOff x="343300" y="-11550"/>
              <a:chExt cx="0" cy="5156975"/>
            </a:xfrm>
          </p:grpSpPr>
          <p:cxnSp>
            <p:nvCxnSpPr>
              <p:cNvPr id="231" name="Google Shape;231;p19"/>
              <p:cNvCxnSpPr/>
              <p:nvPr/>
            </p:nvCxnSpPr>
            <p:spPr>
              <a:xfrm rot="10800000">
                <a:off x="343300" y="533225"/>
                <a:ext cx="0" cy="4612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2" name="Google Shape;232;p19"/>
              <p:cNvCxnSpPr/>
              <p:nvPr/>
            </p:nvCxnSpPr>
            <p:spPr>
              <a:xfrm rot="10800000">
                <a:off x="343300" y="-11550"/>
                <a:ext cx="0" cy="54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25"/>
          <p:cNvPicPr preferRelativeResize="0"/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25"/>
          <p:cNvSpPr/>
          <p:nvPr/>
        </p:nvSpPr>
        <p:spPr>
          <a:xfrm>
            <a:off x="-125" y="-11925"/>
            <a:ext cx="9144000" cy="546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12" name="Google Shape;312;p25"/>
          <p:cNvGrpSpPr/>
          <p:nvPr/>
        </p:nvGrpSpPr>
        <p:grpSpPr>
          <a:xfrm>
            <a:off x="0" y="-14925"/>
            <a:ext cx="9151800" cy="5158500"/>
            <a:chOff x="0" y="-14925"/>
            <a:chExt cx="9151800" cy="5158500"/>
          </a:xfrm>
        </p:grpSpPr>
        <p:cxnSp>
          <p:nvCxnSpPr>
            <p:cNvPr id="313" name="Google Shape;313;p25"/>
            <p:cNvCxnSpPr/>
            <p:nvPr/>
          </p:nvCxnSpPr>
          <p:spPr>
            <a:xfrm>
              <a:off x="0" y="4897525"/>
              <a:ext cx="9151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14" name="Google Shape;314;p25"/>
            <p:cNvCxnSpPr/>
            <p:nvPr/>
          </p:nvCxnSpPr>
          <p:spPr>
            <a:xfrm rot="10800000">
              <a:off x="343050" y="533475"/>
              <a:ext cx="0" cy="46101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15" name="Google Shape;315;p25"/>
            <p:cNvCxnSpPr/>
            <p:nvPr/>
          </p:nvCxnSpPr>
          <p:spPr>
            <a:xfrm rot="10800000">
              <a:off x="343050" y="-14925"/>
              <a:ext cx="0" cy="5493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316" name="Google Shape;316;p25"/>
          <p:cNvGrpSpPr/>
          <p:nvPr/>
        </p:nvGrpSpPr>
        <p:grpSpPr>
          <a:xfrm>
            <a:off x="8603888" y="123825"/>
            <a:ext cx="394125" cy="271800"/>
            <a:chOff x="215225" y="4734875"/>
            <a:chExt cx="394125" cy="271800"/>
          </a:xfrm>
        </p:grpSpPr>
        <p:sp>
          <p:nvSpPr>
            <p:cNvPr id="317" name="Google Shape;317;p25"/>
            <p:cNvSpPr/>
            <p:nvPr/>
          </p:nvSpPr>
          <p:spPr>
            <a:xfrm>
              <a:off x="215225" y="4734875"/>
              <a:ext cx="271800" cy="2718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25"/>
            <p:cNvSpPr/>
            <p:nvPr/>
          </p:nvSpPr>
          <p:spPr>
            <a:xfrm>
              <a:off x="337550" y="4734875"/>
              <a:ext cx="271800" cy="2718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0" name="Google Shape;320;p26"/>
          <p:cNvPicPr preferRelativeResize="0"/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26"/>
          <p:cNvSpPr/>
          <p:nvPr/>
        </p:nvSpPr>
        <p:spPr>
          <a:xfrm>
            <a:off x="8428900" y="75"/>
            <a:ext cx="7152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22" name="Google Shape;322;p26"/>
          <p:cNvGrpSpPr/>
          <p:nvPr/>
        </p:nvGrpSpPr>
        <p:grpSpPr>
          <a:xfrm rot="5400000">
            <a:off x="8589425" y="4564550"/>
            <a:ext cx="394125" cy="271800"/>
            <a:chOff x="215225" y="4734875"/>
            <a:chExt cx="394125" cy="271800"/>
          </a:xfrm>
        </p:grpSpPr>
        <p:sp>
          <p:nvSpPr>
            <p:cNvPr id="323" name="Google Shape;323;p26"/>
            <p:cNvSpPr/>
            <p:nvPr/>
          </p:nvSpPr>
          <p:spPr>
            <a:xfrm>
              <a:off x="215225" y="4734875"/>
              <a:ext cx="271800" cy="2718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26"/>
            <p:cNvSpPr/>
            <p:nvPr/>
          </p:nvSpPr>
          <p:spPr>
            <a:xfrm>
              <a:off x="337550" y="4734875"/>
              <a:ext cx="271800" cy="2718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25" name="Google Shape;325;p26"/>
          <p:cNvGrpSpPr/>
          <p:nvPr/>
        </p:nvGrpSpPr>
        <p:grpSpPr>
          <a:xfrm>
            <a:off x="0" y="-8275"/>
            <a:ext cx="9152325" cy="5153700"/>
            <a:chOff x="0" y="-8275"/>
            <a:chExt cx="9152325" cy="5153700"/>
          </a:xfrm>
        </p:grpSpPr>
        <p:cxnSp>
          <p:nvCxnSpPr>
            <p:cNvPr id="326" name="Google Shape;326;p26"/>
            <p:cNvCxnSpPr/>
            <p:nvPr/>
          </p:nvCxnSpPr>
          <p:spPr>
            <a:xfrm>
              <a:off x="0" y="251525"/>
              <a:ext cx="84456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7" name="Google Shape;327;p26"/>
            <p:cNvCxnSpPr/>
            <p:nvPr/>
          </p:nvCxnSpPr>
          <p:spPr>
            <a:xfrm>
              <a:off x="8428125" y="251525"/>
              <a:ext cx="7242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8" name="Google Shape;328;p26"/>
            <p:cNvCxnSpPr/>
            <p:nvPr/>
          </p:nvCxnSpPr>
          <p:spPr>
            <a:xfrm rot="10800000">
              <a:off x="343300" y="-8275"/>
              <a:ext cx="0" cy="51537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5100" y="445025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erif Text"/>
              <a:buNone/>
              <a:defRPr sz="3000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erif Text"/>
              <a:buNone/>
              <a:defRPr sz="3500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erif Text"/>
              <a:buNone/>
              <a:defRPr sz="3500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erif Text"/>
              <a:buNone/>
              <a:defRPr sz="3500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erif Text"/>
              <a:buNone/>
              <a:defRPr sz="3500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erif Text"/>
              <a:buNone/>
              <a:defRPr sz="3500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erif Text"/>
              <a:buNone/>
              <a:defRPr sz="3500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erif Text"/>
              <a:buNone/>
              <a:defRPr sz="3500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erif Text"/>
              <a:buNone/>
              <a:defRPr sz="3500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5100" y="1152475"/>
            <a:ext cx="7713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●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○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■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●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○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■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●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○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■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3" r:id="rId2"/>
    <p:sldLayoutId id="2147483654" r:id="rId3"/>
    <p:sldLayoutId id="2147483655" r:id="rId4"/>
    <p:sldLayoutId id="2147483656" r:id="rId5"/>
    <p:sldLayoutId id="2147483658" r:id="rId6"/>
    <p:sldLayoutId id="2147483665" r:id="rId7"/>
    <p:sldLayoutId id="2147483671" r:id="rId8"/>
    <p:sldLayoutId id="2147483672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phucthaiv02/butterfly-image-classification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jp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9" name="Google Shape;339;p30"/>
          <p:cNvCxnSpPr/>
          <p:nvPr/>
        </p:nvCxnSpPr>
        <p:spPr>
          <a:xfrm>
            <a:off x="-218342" y="4428044"/>
            <a:ext cx="98967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40" name="Google Shape;340;p30"/>
          <p:cNvSpPr txBox="1">
            <a:spLocks noGrp="1"/>
          </p:cNvSpPr>
          <p:nvPr>
            <p:ph type="ctrTitle"/>
          </p:nvPr>
        </p:nvSpPr>
        <p:spPr>
          <a:xfrm>
            <a:off x="270934" y="1279900"/>
            <a:ext cx="8090233" cy="157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dirty="0" err="1"/>
              <a:t>Ekstraksi</a:t>
            </a:r>
            <a:r>
              <a:rPr lang="en-US" dirty="0"/>
              <a:t> Fitur </a:t>
            </a:r>
            <a:r>
              <a:rPr lang="en-US" dirty="0" err="1"/>
              <a:t>Tekstur</a:t>
            </a:r>
            <a:r>
              <a:rPr lang="en-US" dirty="0"/>
              <a:t> Citra </a:t>
            </a:r>
            <a:r>
              <a:rPr lang="en-US" dirty="0" err="1"/>
              <a:t>Menggunakan</a:t>
            </a:r>
            <a:r>
              <a:rPr lang="en-US" dirty="0"/>
              <a:t> GLCM </a:t>
            </a:r>
            <a:br>
              <a:rPr lang="en-US" sz="3200" dirty="0"/>
            </a:br>
            <a:r>
              <a:rPr lang="en-ID" sz="2000" dirty="0"/>
              <a:t>( Gray Level Co-Occurrence Matrix)</a:t>
            </a:r>
            <a:endParaRPr sz="2000" dirty="0"/>
          </a:p>
        </p:txBody>
      </p:sp>
      <p:sp>
        <p:nvSpPr>
          <p:cNvPr id="341" name="Google Shape;341;p30"/>
          <p:cNvSpPr txBox="1">
            <a:spLocks noGrp="1"/>
          </p:cNvSpPr>
          <p:nvPr>
            <p:ph type="subTitle" idx="1"/>
          </p:nvPr>
        </p:nvSpPr>
        <p:spPr>
          <a:xfrm>
            <a:off x="270934" y="4018544"/>
            <a:ext cx="6457244" cy="40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/>
            <a:r>
              <a:rPr lang="en-US" b="1" dirty="0"/>
              <a:t>Mukhammad Arya Putra ( 2318034 )</a:t>
            </a:r>
            <a:endParaRPr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34"/>
          <p:cNvSpPr txBox="1">
            <a:spLocks noGrp="1"/>
          </p:cNvSpPr>
          <p:nvPr>
            <p:ph type="title"/>
          </p:nvPr>
        </p:nvSpPr>
        <p:spPr>
          <a:xfrm>
            <a:off x="861111" y="756450"/>
            <a:ext cx="7058044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Tujuan</a:t>
            </a:r>
            <a:endParaRPr dirty="0"/>
          </a:p>
        </p:txBody>
      </p:sp>
      <p:sp>
        <p:nvSpPr>
          <p:cNvPr id="380" name="Google Shape;380;p34"/>
          <p:cNvSpPr txBox="1">
            <a:spLocks noGrp="1"/>
          </p:cNvSpPr>
          <p:nvPr>
            <p:ph type="body" idx="1"/>
          </p:nvPr>
        </p:nvSpPr>
        <p:spPr>
          <a:xfrm>
            <a:off x="584533" y="1329150"/>
            <a:ext cx="7611200" cy="248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ID" sz="2400" dirty="0" err="1"/>
              <a:t>Mengolah</a:t>
            </a:r>
            <a:r>
              <a:rPr lang="en-ID" sz="2400" dirty="0"/>
              <a:t> dataset </a:t>
            </a:r>
            <a:r>
              <a:rPr lang="en-ID" sz="2400" dirty="0" err="1"/>
              <a:t>citra</a:t>
            </a:r>
            <a:r>
              <a:rPr lang="en-ID" sz="2400" dirty="0"/>
              <a:t> digital</a:t>
            </a:r>
          </a:p>
          <a:p>
            <a:pPr>
              <a:lnSpc>
                <a:spcPct val="150000"/>
              </a:lnSpc>
            </a:pPr>
            <a:r>
              <a:rPr lang="en-ID" sz="2400" dirty="0" err="1"/>
              <a:t>Mengubah</a:t>
            </a:r>
            <a:r>
              <a:rPr lang="en-ID" sz="2400" dirty="0"/>
              <a:t> </a:t>
            </a:r>
            <a:r>
              <a:rPr lang="en-ID" sz="2400" dirty="0" err="1"/>
              <a:t>citra</a:t>
            </a:r>
            <a:r>
              <a:rPr lang="en-ID" sz="2400" dirty="0"/>
              <a:t> </a:t>
            </a:r>
            <a:r>
              <a:rPr lang="en-ID" sz="2400" dirty="0" err="1"/>
              <a:t>menjadi</a:t>
            </a:r>
            <a:r>
              <a:rPr lang="en-ID" sz="2400" dirty="0"/>
              <a:t> grayscale</a:t>
            </a:r>
          </a:p>
          <a:p>
            <a:pPr>
              <a:lnSpc>
                <a:spcPct val="150000"/>
              </a:lnSpc>
            </a:pPr>
            <a:r>
              <a:rPr lang="en-ID" sz="2400" dirty="0" err="1"/>
              <a:t>Mengekstrak</a:t>
            </a:r>
            <a:r>
              <a:rPr lang="en-ID" sz="2400" dirty="0"/>
              <a:t> </a:t>
            </a:r>
            <a:r>
              <a:rPr lang="en-ID" sz="2400" dirty="0" err="1"/>
              <a:t>fitur</a:t>
            </a:r>
            <a:r>
              <a:rPr lang="en-ID" sz="2400" dirty="0"/>
              <a:t> </a:t>
            </a:r>
            <a:r>
              <a:rPr lang="en-ID" sz="2400" dirty="0" err="1"/>
              <a:t>menggunakan</a:t>
            </a:r>
            <a:r>
              <a:rPr lang="en-ID" sz="2400" dirty="0"/>
              <a:t> GLCM</a:t>
            </a:r>
          </a:p>
          <a:p>
            <a:pPr>
              <a:lnSpc>
                <a:spcPct val="150000"/>
              </a:lnSpc>
            </a:pPr>
            <a:r>
              <a:rPr lang="en-ID" sz="2400" dirty="0" err="1"/>
              <a:t>Menyimpan</a:t>
            </a:r>
            <a:r>
              <a:rPr lang="en-ID" sz="2400" dirty="0"/>
              <a:t> </a:t>
            </a:r>
            <a:r>
              <a:rPr lang="en-ID" sz="2400" dirty="0" err="1"/>
              <a:t>hasil</a:t>
            </a:r>
            <a:r>
              <a:rPr lang="en-ID" sz="2400" dirty="0"/>
              <a:t> </a:t>
            </a:r>
            <a:r>
              <a:rPr lang="en-ID" sz="2400" dirty="0" err="1"/>
              <a:t>ekstraksi</a:t>
            </a:r>
            <a:r>
              <a:rPr lang="en-ID" sz="2400" dirty="0"/>
              <a:t> </a:t>
            </a:r>
            <a:r>
              <a:rPr lang="en-ID" sz="2400" dirty="0" err="1"/>
              <a:t>dalam</a:t>
            </a:r>
            <a:r>
              <a:rPr lang="en-ID" sz="2400" dirty="0"/>
              <a:t> </a:t>
            </a:r>
            <a:r>
              <a:rPr lang="en-ID" sz="2400" dirty="0" err="1"/>
              <a:t>bentuk</a:t>
            </a:r>
            <a:r>
              <a:rPr lang="en-ID" sz="2400" dirty="0"/>
              <a:t> data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3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Dataset</a:t>
            </a:r>
            <a:endParaRPr dirty="0"/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1CD3A720-9315-47CD-A38E-9C530DB7D34A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720000" y="1286995"/>
            <a:ext cx="8195909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Dalam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percobaan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saya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mengambil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dataset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dari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Kaggle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yaitu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“Butterfly 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Image Classification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”. Dataset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berupa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kumpulan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gambar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kupu-kupu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dalam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 format  .jpg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0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Dari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sekitar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2000an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image,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saya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mengambil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10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untuk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dilakukan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percobaan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ekstrak</a:t>
            </a:r>
            <a:r>
              <a:rPr lang="en-US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si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fitur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tekstur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ini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. Lalu </a:t>
            </a:r>
            <a:r>
              <a:rPr lang="en-US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disimpan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ke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 google drive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Link dataset : 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  <a:hlinkClick r:id="rId3"/>
              </a:rPr>
              <a:t>https://</a:t>
            </a:r>
            <a:r>
              <a:rPr lang="en-US" altLang="en-US" sz="2000" dirty="0" err="1">
                <a:solidFill>
                  <a:schemeClr val="tx1"/>
                </a:solidFill>
                <a:latin typeface="Arial" panose="020B0604020202020204" pitchFamily="34" charset="0"/>
                <a:hlinkClick r:id="rId3"/>
              </a:rPr>
              <a:t>www.kaggle.com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  <a:hlinkClick r:id="rId3"/>
              </a:rPr>
              <a:t>/datasets/</a:t>
            </a:r>
            <a:r>
              <a:rPr lang="en-US" altLang="en-US" sz="2000" dirty="0" err="1">
                <a:solidFill>
                  <a:schemeClr val="tx1"/>
                </a:solidFill>
                <a:latin typeface="Arial" panose="020B0604020202020204" pitchFamily="34" charset="0"/>
                <a:hlinkClick r:id="rId3"/>
              </a:rPr>
              <a:t>phucthaiv02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  <a:hlinkClick r:id="rId3"/>
              </a:rPr>
              <a:t>/butterfly-image-classification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4">
          <a:extLst>
            <a:ext uri="{FF2B5EF4-FFF2-40B4-BE49-F238E27FC236}">
              <a16:creationId xmlns:a16="http://schemas.microsoft.com/office/drawing/2014/main" id="{578D6B54-5C00-6C14-BC59-7EC0CF387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36">
            <a:extLst>
              <a:ext uri="{FF2B5EF4-FFF2-40B4-BE49-F238E27FC236}">
                <a16:creationId xmlns:a16="http://schemas.microsoft.com/office/drawing/2014/main" id="{4232A396-3A88-9087-C30B-023CA7D1010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5954" y="61933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Tahapan</a:t>
            </a:r>
            <a:endParaRPr dirty="0"/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FAA136E0-3799-BDD1-F47D-2C03AC2577E4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720000" y="1375498"/>
            <a:ext cx="8195909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95300" indent="-342900">
              <a:lnSpc>
                <a:spcPct val="150000"/>
              </a:lnSpc>
              <a:buFont typeface="+mj-lt"/>
              <a:buAutoNum type="arabicPeriod"/>
            </a:pPr>
            <a:r>
              <a:rPr lang="en-ID" sz="2400" dirty="0" err="1"/>
              <a:t>Menghubungkan</a:t>
            </a:r>
            <a:r>
              <a:rPr lang="en-ID" sz="2400" dirty="0"/>
              <a:t> </a:t>
            </a:r>
            <a:r>
              <a:rPr lang="en-ID" sz="2400" dirty="0" err="1"/>
              <a:t>ke</a:t>
            </a:r>
            <a:r>
              <a:rPr lang="en-ID" sz="2400" dirty="0"/>
              <a:t> Google drive</a:t>
            </a:r>
          </a:p>
          <a:p>
            <a:pPr marL="495300" indent="-342900">
              <a:lnSpc>
                <a:spcPct val="150000"/>
              </a:lnSpc>
              <a:buFont typeface="+mj-lt"/>
              <a:buAutoNum type="arabicPeriod"/>
            </a:pPr>
            <a:r>
              <a:rPr lang="en-ID" sz="2400" dirty="0" err="1"/>
              <a:t>Membaca</a:t>
            </a:r>
            <a:r>
              <a:rPr lang="en-ID" sz="2400" dirty="0"/>
              <a:t> dataset </a:t>
            </a:r>
            <a:r>
              <a:rPr lang="en-ID" sz="2400" dirty="0" err="1"/>
              <a:t>citra</a:t>
            </a:r>
            <a:endParaRPr lang="en-ID" sz="2400" dirty="0"/>
          </a:p>
          <a:p>
            <a:pPr marL="495300" indent="-342900">
              <a:lnSpc>
                <a:spcPct val="150000"/>
              </a:lnSpc>
              <a:buFont typeface="+mj-lt"/>
              <a:buAutoNum type="arabicPeriod"/>
            </a:pPr>
            <a:r>
              <a:rPr lang="en-ID" sz="2400" dirty="0" err="1"/>
              <a:t>Konversi</a:t>
            </a:r>
            <a:r>
              <a:rPr lang="en-ID" sz="2400" dirty="0"/>
              <a:t> </a:t>
            </a:r>
            <a:r>
              <a:rPr lang="en-ID" sz="2400" dirty="0" err="1"/>
              <a:t>citra</a:t>
            </a:r>
            <a:r>
              <a:rPr lang="en-ID" sz="2400" dirty="0"/>
              <a:t> </a:t>
            </a:r>
            <a:r>
              <a:rPr lang="en-ID" sz="2400" dirty="0" err="1"/>
              <a:t>ke</a:t>
            </a:r>
            <a:r>
              <a:rPr lang="en-ID" sz="2400" dirty="0"/>
              <a:t> grayscale</a:t>
            </a:r>
          </a:p>
          <a:p>
            <a:pPr marL="495300" indent="-342900">
              <a:lnSpc>
                <a:spcPct val="150000"/>
              </a:lnSpc>
              <a:buFont typeface="+mj-lt"/>
              <a:buAutoNum type="arabicPeriod"/>
            </a:pPr>
            <a:r>
              <a:rPr lang="en-ID" sz="2400" dirty="0" err="1"/>
              <a:t>Ekstraksi</a:t>
            </a:r>
            <a:r>
              <a:rPr lang="en-ID" sz="2400" dirty="0"/>
              <a:t> </a:t>
            </a:r>
            <a:r>
              <a:rPr lang="en-ID" sz="2400" dirty="0" err="1"/>
              <a:t>fitur</a:t>
            </a:r>
            <a:r>
              <a:rPr lang="en-ID" sz="2400" dirty="0"/>
              <a:t> GLCM</a:t>
            </a:r>
          </a:p>
          <a:p>
            <a:pPr marL="495300" indent="-342900">
              <a:lnSpc>
                <a:spcPct val="150000"/>
              </a:lnSpc>
              <a:buFont typeface="+mj-lt"/>
              <a:buAutoNum type="arabicPeriod"/>
            </a:pPr>
            <a:r>
              <a:rPr lang="en-ID" sz="2400" dirty="0" err="1"/>
              <a:t>Menyimpan</a:t>
            </a:r>
            <a:r>
              <a:rPr lang="en-ID" sz="2400" dirty="0"/>
              <a:t> </a:t>
            </a:r>
            <a:r>
              <a:rPr lang="en-ID" sz="2400" dirty="0" err="1"/>
              <a:t>hasil</a:t>
            </a:r>
            <a:r>
              <a:rPr lang="en-ID" sz="2400" dirty="0"/>
              <a:t> </a:t>
            </a:r>
            <a:r>
              <a:rPr lang="en-ID" sz="2400" dirty="0" err="1"/>
              <a:t>dalam</a:t>
            </a:r>
            <a:r>
              <a:rPr lang="en-ID" sz="2400" dirty="0"/>
              <a:t> </a:t>
            </a:r>
            <a:r>
              <a:rPr lang="en-ID" sz="2400" dirty="0" err="1"/>
              <a:t>bentuk</a:t>
            </a:r>
            <a:r>
              <a:rPr lang="en-ID" sz="2400" dirty="0"/>
              <a:t> file excel</a:t>
            </a:r>
          </a:p>
        </p:txBody>
      </p:sp>
    </p:spTree>
    <p:extLst>
      <p:ext uri="{BB962C8B-B14F-4D97-AF65-F5344CB8AC3E}">
        <p14:creationId xmlns:p14="http://schemas.microsoft.com/office/powerpoint/2010/main" val="9620928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4">
          <a:extLst>
            <a:ext uri="{FF2B5EF4-FFF2-40B4-BE49-F238E27FC236}">
              <a16:creationId xmlns:a16="http://schemas.microsoft.com/office/drawing/2014/main" id="{32719A54-001A-DD04-CC30-2408EF9E1C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36">
            <a:extLst>
              <a:ext uri="{FF2B5EF4-FFF2-40B4-BE49-F238E27FC236}">
                <a16:creationId xmlns:a16="http://schemas.microsoft.com/office/drawing/2014/main" id="{D8E96B2C-9994-50E8-6255-329C7295E5F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5954" y="61933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Tahapan</a:t>
            </a:r>
            <a:endParaRPr dirty="0"/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4A0C0EDE-7FD6-6366-44EB-D267EF892CC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965954" y="995664"/>
            <a:ext cx="8195909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52400" indent="0">
              <a:lnSpc>
                <a:spcPct val="150000"/>
              </a:lnSpc>
            </a:pPr>
            <a:r>
              <a:rPr lang="en-ID" sz="2400" dirty="0"/>
              <a:t>1. Mount Google drive</a:t>
            </a:r>
          </a:p>
          <a:p>
            <a:pPr marL="495300" indent="-342900">
              <a:lnSpc>
                <a:spcPct val="150000"/>
              </a:lnSpc>
              <a:buFont typeface="+mj-lt"/>
              <a:buAutoNum type="arabicPeriod"/>
            </a:pPr>
            <a:endParaRPr lang="en-ID" sz="2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694DE68-7CC3-8456-9100-F7A2FDCC7B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9526" y="1595828"/>
            <a:ext cx="3795274" cy="861271"/>
          </a:xfrm>
          <a:prstGeom prst="rect">
            <a:avLst/>
          </a:prstGeom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FB222F8B-C69E-3ECE-5C89-BD4194F398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5954" y="2345371"/>
            <a:ext cx="8195909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spcFirstLastPara="1"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None/>
              <a:defRPr sz="12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None/>
              <a:defRPr sz="12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None/>
              <a:defRPr sz="12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None/>
              <a:defRPr sz="12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None/>
              <a:defRPr sz="12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None/>
              <a:defRPr sz="12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None/>
              <a:defRPr sz="12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None/>
              <a:defRPr sz="12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None/>
              <a:defRPr sz="12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marL="152400" indent="0">
              <a:lnSpc>
                <a:spcPct val="150000"/>
              </a:lnSpc>
            </a:pPr>
            <a:r>
              <a:rPr lang="en-ID" sz="2400" dirty="0"/>
              <a:t>2. Load dataset </a:t>
            </a:r>
            <a:r>
              <a:rPr lang="en-ID" sz="2400" dirty="0" err="1"/>
              <a:t>citra</a:t>
            </a:r>
            <a:endParaRPr lang="en-ID" sz="2400" dirty="0"/>
          </a:p>
          <a:p>
            <a:pPr marL="495300" indent="-342900">
              <a:lnSpc>
                <a:spcPct val="150000"/>
              </a:lnSpc>
              <a:buFont typeface="+mj-lt"/>
              <a:buAutoNum type="arabicPeriod"/>
            </a:pPr>
            <a:endParaRPr lang="en-ID" sz="24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C53ABA1-C543-2CB5-D97D-8C40B9CB36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9526" y="2979322"/>
            <a:ext cx="5390252" cy="1831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37103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4">
          <a:extLst>
            <a:ext uri="{FF2B5EF4-FFF2-40B4-BE49-F238E27FC236}">
              <a16:creationId xmlns:a16="http://schemas.microsoft.com/office/drawing/2014/main" id="{E7467D77-AFEC-BE8A-C893-44C817F891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36">
            <a:extLst>
              <a:ext uri="{FF2B5EF4-FFF2-40B4-BE49-F238E27FC236}">
                <a16:creationId xmlns:a16="http://schemas.microsoft.com/office/drawing/2014/main" id="{6744B43B-1F3C-A95E-0D42-05AE800D71B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5954" y="61933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Tahapan</a:t>
            </a:r>
            <a:endParaRPr dirty="0"/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2978F144-5A61-E28E-37C2-6FAAC6CDFCB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965954" y="995664"/>
            <a:ext cx="8195909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52400" indent="0">
              <a:lnSpc>
                <a:spcPct val="150000"/>
              </a:lnSpc>
            </a:pPr>
            <a:r>
              <a:rPr lang="en-ID" sz="2400" dirty="0"/>
              <a:t>3. Proses </a:t>
            </a:r>
            <a:r>
              <a:rPr lang="en-ID" sz="2400" dirty="0" err="1"/>
              <a:t>Konversi</a:t>
            </a:r>
            <a:r>
              <a:rPr lang="en-ID" sz="2400" dirty="0"/>
              <a:t> Citra </a:t>
            </a:r>
            <a:r>
              <a:rPr lang="en-ID" sz="2400" dirty="0" err="1"/>
              <a:t>Berwarna</a:t>
            </a:r>
            <a:r>
              <a:rPr lang="en-ID" sz="2400" dirty="0"/>
              <a:t> </a:t>
            </a:r>
            <a:r>
              <a:rPr lang="en-ID" sz="2400" dirty="0" err="1"/>
              <a:t>ke</a:t>
            </a:r>
            <a:r>
              <a:rPr lang="en-ID" sz="2400" dirty="0"/>
              <a:t> Grayscale</a:t>
            </a:r>
          </a:p>
          <a:p>
            <a:pPr marL="495300" indent="-342900">
              <a:lnSpc>
                <a:spcPct val="150000"/>
              </a:lnSpc>
              <a:buFont typeface="+mj-lt"/>
              <a:buAutoNum type="arabicPeriod"/>
            </a:pPr>
            <a:endParaRPr lang="en-ID" sz="2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ED8E264-ABB7-EC77-CB9C-D69763BE19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4157" y="1575716"/>
            <a:ext cx="7105455" cy="2838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79275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4">
          <a:extLst>
            <a:ext uri="{FF2B5EF4-FFF2-40B4-BE49-F238E27FC236}">
              <a16:creationId xmlns:a16="http://schemas.microsoft.com/office/drawing/2014/main" id="{D1A3DACC-1E6F-3F84-CDF8-813774DB45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36">
            <a:extLst>
              <a:ext uri="{FF2B5EF4-FFF2-40B4-BE49-F238E27FC236}">
                <a16:creationId xmlns:a16="http://schemas.microsoft.com/office/drawing/2014/main" id="{03EAB0E7-192D-2263-FCA7-46ECF958775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5954" y="61933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Tahapan</a:t>
            </a:r>
            <a:endParaRPr dirty="0"/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149972D0-CD58-A804-7C77-81B826EF6C9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327779" y="1192030"/>
            <a:ext cx="8195909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52400" indent="0">
              <a:lnSpc>
                <a:spcPct val="150000"/>
              </a:lnSpc>
            </a:pPr>
            <a:r>
              <a:rPr lang="en-ID" sz="2400" dirty="0"/>
              <a:t>4. Proses </a:t>
            </a:r>
            <a:r>
              <a:rPr lang="en-ID" sz="2400" dirty="0" err="1"/>
              <a:t>Konversi</a:t>
            </a:r>
            <a:r>
              <a:rPr lang="en-ID" sz="2400" dirty="0"/>
              <a:t> Citra </a:t>
            </a:r>
            <a:r>
              <a:rPr lang="en-ID" sz="2400" dirty="0" err="1"/>
              <a:t>Berwarna</a:t>
            </a:r>
            <a:r>
              <a:rPr lang="en-ID" sz="2400" dirty="0"/>
              <a:t> </a:t>
            </a:r>
            <a:r>
              <a:rPr lang="en-ID" sz="2400" dirty="0" err="1"/>
              <a:t>ke</a:t>
            </a:r>
            <a:r>
              <a:rPr lang="en-ID" sz="2400" dirty="0"/>
              <a:t> Grayscale</a:t>
            </a:r>
          </a:p>
          <a:p>
            <a:pPr marL="495300" indent="-342900">
              <a:lnSpc>
                <a:spcPct val="150000"/>
              </a:lnSpc>
              <a:buFont typeface="+mj-lt"/>
              <a:buAutoNum type="arabicPeriod"/>
            </a:pPr>
            <a:endParaRPr lang="en-ID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847BFF-4896-1C72-8053-66375EF4E0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995" y="1851155"/>
            <a:ext cx="5529237" cy="235593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3680475-F44A-C61A-AB36-D27C2842DC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2203" y="2052674"/>
            <a:ext cx="2962688" cy="1952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48873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4">
          <a:extLst>
            <a:ext uri="{FF2B5EF4-FFF2-40B4-BE49-F238E27FC236}">
              <a16:creationId xmlns:a16="http://schemas.microsoft.com/office/drawing/2014/main" id="{F2351825-8184-12C4-479C-EB67AE07C7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36">
            <a:extLst>
              <a:ext uri="{FF2B5EF4-FFF2-40B4-BE49-F238E27FC236}">
                <a16:creationId xmlns:a16="http://schemas.microsoft.com/office/drawing/2014/main" id="{E8C7B40F-8E39-78CF-1A47-47A4B017AF5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5954" y="61933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Tahapan</a:t>
            </a:r>
            <a:endParaRPr dirty="0"/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93CBFE4B-A150-472C-17A8-70D7FF627BF3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965954" y="995664"/>
            <a:ext cx="8195909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52400" indent="0">
              <a:lnSpc>
                <a:spcPct val="150000"/>
              </a:lnSpc>
            </a:pPr>
            <a:r>
              <a:rPr lang="en-ID" sz="2400" dirty="0"/>
              <a:t>5. </a:t>
            </a:r>
            <a:r>
              <a:rPr lang="en-ID" sz="2400" dirty="0" err="1"/>
              <a:t>Menyimpan</a:t>
            </a:r>
            <a:r>
              <a:rPr lang="en-ID" sz="2400" dirty="0"/>
              <a:t> Nilai-Nilai Fitur </a:t>
            </a:r>
            <a:r>
              <a:rPr lang="en-ID" sz="2400" dirty="0" err="1"/>
              <a:t>ke</a:t>
            </a:r>
            <a:r>
              <a:rPr lang="en-ID" sz="2400" dirty="0"/>
              <a:t> File .xlsx</a:t>
            </a:r>
          </a:p>
          <a:p>
            <a:pPr marL="495300" indent="-342900">
              <a:lnSpc>
                <a:spcPct val="150000"/>
              </a:lnSpc>
              <a:buFont typeface="+mj-lt"/>
              <a:buAutoNum type="arabicPeriod"/>
            </a:pPr>
            <a:endParaRPr lang="en-ID" sz="2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703978D-F0AF-26E6-2A2E-93ACBA7B93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1854" y="1577127"/>
            <a:ext cx="5200971" cy="2740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11603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4">
          <a:extLst>
            <a:ext uri="{FF2B5EF4-FFF2-40B4-BE49-F238E27FC236}">
              <a16:creationId xmlns:a16="http://schemas.microsoft.com/office/drawing/2014/main" id="{6B3CE461-B627-70F9-AF4C-21C4C99019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36">
            <a:extLst>
              <a:ext uri="{FF2B5EF4-FFF2-40B4-BE49-F238E27FC236}">
                <a16:creationId xmlns:a16="http://schemas.microsoft.com/office/drawing/2014/main" id="{CF6E2717-1944-C956-A969-945BBA8B1E9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Analisis</a:t>
            </a:r>
            <a:r>
              <a:rPr lang="en-US" dirty="0"/>
              <a:t> Hasil </a:t>
            </a:r>
            <a:r>
              <a:rPr lang="en-US" dirty="0" err="1"/>
              <a:t>Ekstraksi</a:t>
            </a:r>
            <a:r>
              <a:rPr lang="en-US" dirty="0"/>
              <a:t> Fitur</a:t>
            </a:r>
            <a:endParaRPr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2AA3A0-64F2-D228-BDB3-82BBA6982ED4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720000" y="1122079"/>
            <a:ext cx="8194675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Disini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saya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akan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membandingkan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 2 </a:t>
            </a:r>
            <a:r>
              <a:rPr lang="en-US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citra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 yang </a:t>
            </a:r>
            <a:r>
              <a:rPr lang="en-US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sudah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diekstraksi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yaitu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Image_10.jpg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 dan </a:t>
            </a:r>
            <a:r>
              <a:rPr lang="en-US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Image_122.jpg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BCC57B-9C6A-A74A-83B5-A59BE10F6A3B}"/>
              </a:ext>
            </a:extLst>
          </p:cNvPr>
          <p:cNvSpPr txBox="1"/>
          <p:nvPr/>
        </p:nvSpPr>
        <p:spPr>
          <a:xfrm>
            <a:off x="720000" y="1931907"/>
            <a:ext cx="4583288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D" dirty="0" err="1">
                <a:solidFill>
                  <a:schemeClr val="tx1"/>
                </a:solidFill>
              </a:rPr>
              <a:t>Image_10.jpg</a:t>
            </a:r>
            <a:endParaRPr lang="en-ID" dirty="0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D" dirty="0">
                <a:solidFill>
                  <a:schemeClr val="tx1"/>
                </a:solidFill>
              </a:rPr>
              <a:t>Energi: 0.020 : </a:t>
            </a:r>
            <a:r>
              <a:rPr lang="en-ID" dirty="0" err="1">
                <a:solidFill>
                  <a:schemeClr val="tx1"/>
                </a:solidFill>
              </a:rPr>
              <a:t>tekstur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tidak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seragam</a:t>
            </a:r>
            <a:r>
              <a:rPr lang="en-ID" dirty="0">
                <a:solidFill>
                  <a:schemeClr val="tx1"/>
                </a:solidFill>
              </a:rPr>
              <a:t> (</a:t>
            </a:r>
            <a:r>
              <a:rPr lang="en-ID" dirty="0" err="1">
                <a:solidFill>
                  <a:schemeClr val="tx1"/>
                </a:solidFill>
              </a:rPr>
              <a:t>acak</a:t>
            </a:r>
            <a:r>
              <a:rPr lang="en-ID" dirty="0">
                <a:solidFill>
                  <a:schemeClr val="tx1"/>
                </a:solidFill>
              </a:rPr>
              <a:t>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dirty="0">
                <a:solidFill>
                  <a:schemeClr val="tx1"/>
                </a:solidFill>
              </a:rPr>
              <a:t>Kontras: 804.290 : </a:t>
            </a:r>
            <a:r>
              <a:rPr lang="en-ID" dirty="0" err="1">
                <a:solidFill>
                  <a:schemeClr val="tx1"/>
                </a:solidFill>
              </a:rPr>
              <a:t>tinggi</a:t>
            </a:r>
            <a:r>
              <a:rPr lang="en-ID" dirty="0">
                <a:solidFill>
                  <a:schemeClr val="tx1"/>
                </a:solidFill>
              </a:rPr>
              <a:t> - </a:t>
            </a:r>
            <a:r>
              <a:rPr lang="en-ID" dirty="0" err="1">
                <a:solidFill>
                  <a:schemeClr val="tx1"/>
                </a:solidFill>
              </a:rPr>
              <a:t>tekstur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kasar</a:t>
            </a:r>
            <a:r>
              <a:rPr lang="en-ID" dirty="0">
                <a:solidFill>
                  <a:schemeClr val="tx1"/>
                </a:solidFill>
              </a:rPr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dirty="0" err="1">
                <a:solidFill>
                  <a:schemeClr val="tx1"/>
                </a:solidFill>
              </a:rPr>
              <a:t>Korelasi</a:t>
            </a:r>
            <a:r>
              <a:rPr lang="en-ID" dirty="0">
                <a:solidFill>
                  <a:schemeClr val="tx1"/>
                </a:solidFill>
              </a:rPr>
              <a:t>: 0.854 : </a:t>
            </a:r>
            <a:r>
              <a:rPr lang="en-ID" dirty="0" err="1">
                <a:solidFill>
                  <a:schemeClr val="tx1"/>
                </a:solidFill>
              </a:rPr>
              <a:t>cukup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teratur</a:t>
            </a:r>
            <a:r>
              <a:rPr lang="en-ID" dirty="0">
                <a:solidFill>
                  <a:schemeClr val="tx1"/>
                </a:solidFill>
              </a:rPr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dirty="0" err="1">
                <a:solidFill>
                  <a:schemeClr val="tx1"/>
                </a:solidFill>
              </a:rPr>
              <a:t>Homogenitas</a:t>
            </a:r>
            <a:r>
              <a:rPr lang="en-ID" dirty="0">
                <a:solidFill>
                  <a:schemeClr val="tx1"/>
                </a:solidFill>
              </a:rPr>
              <a:t>: 0.242 : </a:t>
            </a:r>
            <a:r>
              <a:rPr lang="en-ID" dirty="0" err="1">
                <a:solidFill>
                  <a:schemeClr val="tx1"/>
                </a:solidFill>
              </a:rPr>
              <a:t>rendah</a:t>
            </a:r>
            <a:r>
              <a:rPr lang="en-ID" dirty="0">
                <a:solidFill>
                  <a:schemeClr val="tx1"/>
                </a:solidFill>
              </a:rPr>
              <a:t> - </a:t>
            </a:r>
            <a:r>
              <a:rPr lang="en-ID" dirty="0" err="1">
                <a:solidFill>
                  <a:schemeClr val="tx1"/>
                </a:solidFill>
              </a:rPr>
              <a:t>tidak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halus</a:t>
            </a:r>
            <a:endParaRPr lang="en-ID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D74490-95D3-1022-ACE3-ABF1205DA96E}"/>
              </a:ext>
            </a:extLst>
          </p:cNvPr>
          <p:cNvSpPr txBox="1"/>
          <p:nvPr/>
        </p:nvSpPr>
        <p:spPr>
          <a:xfrm>
            <a:off x="719999" y="3328923"/>
            <a:ext cx="5590489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D" dirty="0" err="1">
                <a:solidFill>
                  <a:schemeClr val="tx1"/>
                </a:solidFill>
              </a:rPr>
              <a:t>Image_122.jpg</a:t>
            </a:r>
            <a:endParaRPr lang="en-ID" dirty="0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D" dirty="0">
                <a:solidFill>
                  <a:schemeClr val="tx1"/>
                </a:solidFill>
              </a:rPr>
              <a:t>Energi: 0.251 : </a:t>
            </a:r>
            <a:r>
              <a:rPr lang="en-ID" dirty="0" err="1">
                <a:solidFill>
                  <a:schemeClr val="tx1"/>
                </a:solidFill>
              </a:rPr>
              <a:t>lebih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seragam</a:t>
            </a:r>
            <a:r>
              <a:rPr lang="en-ID" dirty="0">
                <a:solidFill>
                  <a:schemeClr val="tx1"/>
                </a:solidFill>
              </a:rPr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dirty="0">
                <a:solidFill>
                  <a:schemeClr val="tx1"/>
                </a:solidFill>
              </a:rPr>
              <a:t>Kontras: 696.467 : </a:t>
            </a:r>
            <a:r>
              <a:rPr lang="en-ID" dirty="0" err="1">
                <a:solidFill>
                  <a:schemeClr val="tx1"/>
                </a:solidFill>
              </a:rPr>
              <a:t>masih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tinggi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tapi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lebih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rendah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dari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Image_10</a:t>
            </a:r>
            <a:r>
              <a:rPr lang="en-ID" dirty="0">
                <a:solidFill>
                  <a:schemeClr val="tx1"/>
                </a:solidFill>
              </a:rPr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dirty="0" err="1">
                <a:solidFill>
                  <a:schemeClr val="tx1"/>
                </a:solidFill>
              </a:rPr>
              <a:t>Korelasi</a:t>
            </a:r>
            <a:r>
              <a:rPr lang="en-ID" dirty="0">
                <a:solidFill>
                  <a:schemeClr val="tx1"/>
                </a:solidFill>
              </a:rPr>
              <a:t>: 0.965 : sangat </a:t>
            </a:r>
            <a:r>
              <a:rPr lang="en-ID" dirty="0" err="1">
                <a:solidFill>
                  <a:schemeClr val="tx1"/>
                </a:solidFill>
              </a:rPr>
              <a:t>teratur</a:t>
            </a:r>
            <a:r>
              <a:rPr lang="en-ID" dirty="0">
                <a:solidFill>
                  <a:schemeClr val="tx1"/>
                </a:solidFill>
              </a:rPr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dirty="0" err="1">
                <a:solidFill>
                  <a:schemeClr val="tx1"/>
                </a:solidFill>
              </a:rPr>
              <a:t>Homogenitas</a:t>
            </a:r>
            <a:r>
              <a:rPr lang="en-ID" dirty="0">
                <a:solidFill>
                  <a:schemeClr val="tx1"/>
                </a:solidFill>
              </a:rPr>
              <a:t>: 0.401 : </a:t>
            </a:r>
            <a:r>
              <a:rPr lang="en-ID" dirty="0" err="1">
                <a:solidFill>
                  <a:schemeClr val="tx1"/>
                </a:solidFill>
              </a:rPr>
              <a:t>lebih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halus</a:t>
            </a:r>
            <a:endParaRPr lang="en-ID" dirty="0">
              <a:solidFill>
                <a:schemeClr val="tx1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1D2CD89-D24C-0039-2937-CDFA6A5207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7826" y="1931907"/>
            <a:ext cx="1169551" cy="116955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C6CF5BA-9D92-D90B-79EE-056ADA5796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7825" y="3313536"/>
            <a:ext cx="1169551" cy="116955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75968E2-73FA-6E0B-B04A-C1202F9EFEBC}"/>
              </a:ext>
            </a:extLst>
          </p:cNvPr>
          <p:cNvSpPr txBox="1"/>
          <p:nvPr/>
        </p:nvSpPr>
        <p:spPr>
          <a:xfrm>
            <a:off x="7947376" y="2362793"/>
            <a:ext cx="11695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Image_10</a:t>
            </a:r>
            <a:endParaRPr lang="en-ID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7B6E0E5-3F06-1C70-12D9-7F6C7668EDC7}"/>
              </a:ext>
            </a:extLst>
          </p:cNvPr>
          <p:cNvSpPr txBox="1"/>
          <p:nvPr/>
        </p:nvSpPr>
        <p:spPr>
          <a:xfrm>
            <a:off x="7947376" y="3701614"/>
            <a:ext cx="11695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Image_122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6724763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4">
          <a:extLst>
            <a:ext uri="{FF2B5EF4-FFF2-40B4-BE49-F238E27FC236}">
              <a16:creationId xmlns:a16="http://schemas.microsoft.com/office/drawing/2014/main" id="{939DED03-6544-BCC9-486B-6123BB78BA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36">
            <a:extLst>
              <a:ext uri="{FF2B5EF4-FFF2-40B4-BE49-F238E27FC236}">
                <a16:creationId xmlns:a16="http://schemas.microsoft.com/office/drawing/2014/main" id="{3A927A28-703F-72F4-395C-F27CF86C23F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 err="1"/>
              <a:t>Penjelasan</a:t>
            </a:r>
            <a:r>
              <a:rPr lang="en-US" dirty="0"/>
              <a:t> Hasil</a:t>
            </a:r>
            <a:endParaRPr dirty="0"/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EB7F1C32-F17D-9D0F-7EE5-7556062A3B3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982662" y="1286826"/>
            <a:ext cx="7901694" cy="32316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Energi (Energy), </a:t>
            </a:r>
            <a:r>
              <a:rPr lang="en-US" altLang="en-US" sz="1600" dirty="0" err="1">
                <a:solidFill>
                  <a:schemeClr val="tx1"/>
                </a:solidFill>
                <a:latin typeface="Arial" panose="020B0604020202020204" pitchFamily="34" charset="0"/>
              </a:rPr>
              <a:t>s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emakin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kecil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tekstur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semakin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acak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dan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tidak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seragam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  <a:r>
              <a:rPr lang="en-US" altLang="en-US" sz="1600" dirty="0" err="1">
                <a:solidFill>
                  <a:schemeClr val="tx1"/>
                </a:solidFill>
                <a:latin typeface="Arial" panose="020B0604020202020204" pitchFamily="34" charset="0"/>
              </a:rPr>
              <a:t>s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emakin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besar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tekstur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semakin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rapi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dan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seragam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Kontras (Contrast),</a:t>
            </a: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Semakin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kecil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tekstur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semakin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halus</a:t>
            </a: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Semakin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besar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tekstur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semakin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kasar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dan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tajam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Korelasi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(Correlation)</a:t>
            </a: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,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Semakin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kecil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hubungan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antar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piksel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semakin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tidak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teratur</a:t>
            </a: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,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Semakin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mendekati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1,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pola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semakin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teratur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Homogenitas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(Homogeneity)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, </a:t>
            </a:r>
            <a:r>
              <a:rPr lang="en-US" altLang="en-US" sz="1600" dirty="0" err="1">
                <a:solidFill>
                  <a:schemeClr val="tx1"/>
                </a:solidFill>
                <a:latin typeface="Arial" panose="020B0604020202020204" pitchFamily="34" charset="0"/>
              </a:rPr>
              <a:t>s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emakin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kecil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tekstur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semakin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kasar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dan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tidak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merata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</a:t>
            </a: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1600" dirty="0" err="1">
                <a:solidFill>
                  <a:schemeClr val="tx1"/>
                </a:solidFill>
                <a:latin typeface="Arial" panose="020B0604020202020204" pitchFamily="34" charset="0"/>
              </a:rPr>
              <a:t>s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emakin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besar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tekstur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semakin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halus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dan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merata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336858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4">
          <a:extLst>
            <a:ext uri="{FF2B5EF4-FFF2-40B4-BE49-F238E27FC236}">
              <a16:creationId xmlns:a16="http://schemas.microsoft.com/office/drawing/2014/main" id="{9AB0D3BE-CDA3-74C0-B993-1FF0412EF6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36">
            <a:extLst>
              <a:ext uri="{FF2B5EF4-FFF2-40B4-BE49-F238E27FC236}">
                <a16:creationId xmlns:a16="http://schemas.microsoft.com/office/drawing/2014/main" id="{EA942727-45B6-2E20-BC24-09FFB42FB5E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89333" y="456314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D" dirty="0"/>
              <a:t>File Hasil </a:t>
            </a:r>
            <a:r>
              <a:rPr lang="en-ID" dirty="0" err="1"/>
              <a:t>Ekstraksi</a:t>
            </a:r>
            <a:r>
              <a:rPr lang="en-ID" dirty="0"/>
              <a:t> Fitur</a:t>
            </a:r>
            <a:endParaRPr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1001DD5-0566-04A9-5962-111BB71F68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2544184"/>
              </p:ext>
            </p:extLst>
          </p:nvPr>
        </p:nvGraphicFramePr>
        <p:xfrm>
          <a:off x="889333" y="1029014"/>
          <a:ext cx="8062090" cy="3764349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612418">
                  <a:extLst>
                    <a:ext uri="{9D8B030D-6E8A-4147-A177-3AD203B41FA5}">
                      <a16:colId xmlns:a16="http://schemas.microsoft.com/office/drawing/2014/main" val="2167935828"/>
                    </a:ext>
                  </a:extLst>
                </a:gridCol>
                <a:gridCol w="1612418">
                  <a:extLst>
                    <a:ext uri="{9D8B030D-6E8A-4147-A177-3AD203B41FA5}">
                      <a16:colId xmlns:a16="http://schemas.microsoft.com/office/drawing/2014/main" val="631638951"/>
                    </a:ext>
                  </a:extLst>
                </a:gridCol>
                <a:gridCol w="1612418">
                  <a:extLst>
                    <a:ext uri="{9D8B030D-6E8A-4147-A177-3AD203B41FA5}">
                      <a16:colId xmlns:a16="http://schemas.microsoft.com/office/drawing/2014/main" val="4075150935"/>
                    </a:ext>
                  </a:extLst>
                </a:gridCol>
                <a:gridCol w="1612418">
                  <a:extLst>
                    <a:ext uri="{9D8B030D-6E8A-4147-A177-3AD203B41FA5}">
                      <a16:colId xmlns:a16="http://schemas.microsoft.com/office/drawing/2014/main" val="3296334730"/>
                    </a:ext>
                  </a:extLst>
                </a:gridCol>
                <a:gridCol w="1612418">
                  <a:extLst>
                    <a:ext uri="{9D8B030D-6E8A-4147-A177-3AD203B41FA5}">
                      <a16:colId xmlns:a16="http://schemas.microsoft.com/office/drawing/2014/main" val="346507677"/>
                    </a:ext>
                  </a:extLst>
                </a:gridCol>
              </a:tblGrid>
              <a:tr h="132098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D" sz="1000" b="1" u="none" strike="noStrike" dirty="0">
                          <a:solidFill>
                            <a:schemeClr val="tx1"/>
                          </a:solidFill>
                          <a:effectLst/>
                          <a:latin typeface="Arial Rounded MT Bold" panose="020F0704030504030204" pitchFamily="34" charset="0"/>
                        </a:rPr>
                        <a:t>Nama File</a:t>
                      </a:r>
                      <a:endParaRPr lang="en-ID" sz="1000" b="1" i="0" u="none" strike="noStrike" dirty="0">
                        <a:solidFill>
                          <a:schemeClr val="tx1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3649" marR="3649" marT="3649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D" sz="1000" b="1" u="none" strike="noStrike" dirty="0">
                          <a:solidFill>
                            <a:schemeClr val="tx1"/>
                          </a:solidFill>
                          <a:effectLst/>
                          <a:latin typeface="Arial Rounded MT Bold" panose="020F0704030504030204" pitchFamily="34" charset="0"/>
                        </a:rPr>
                        <a:t>Energi</a:t>
                      </a:r>
                      <a:endParaRPr lang="en-ID" sz="1000" b="1" i="0" u="none" strike="noStrike" dirty="0">
                        <a:solidFill>
                          <a:schemeClr val="tx1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3649" marR="3649" marT="3649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D" sz="1000" b="1" u="none" strike="noStrike">
                          <a:solidFill>
                            <a:schemeClr val="tx1"/>
                          </a:solidFill>
                          <a:effectLst/>
                          <a:latin typeface="Arial Rounded MT Bold" panose="020F0704030504030204" pitchFamily="34" charset="0"/>
                        </a:rPr>
                        <a:t>Kontras</a:t>
                      </a:r>
                      <a:endParaRPr lang="en-ID" sz="1000" b="1" i="0" u="none" strike="noStrike">
                        <a:solidFill>
                          <a:schemeClr val="tx1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3649" marR="3649" marT="3649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D" sz="1000" b="1" u="none" strike="noStrike">
                          <a:solidFill>
                            <a:schemeClr val="tx1"/>
                          </a:solidFill>
                          <a:effectLst/>
                          <a:latin typeface="Arial Rounded MT Bold" panose="020F0704030504030204" pitchFamily="34" charset="0"/>
                        </a:rPr>
                        <a:t>Korelasi</a:t>
                      </a:r>
                      <a:endParaRPr lang="en-ID" sz="1000" b="1" i="0" u="none" strike="noStrike">
                        <a:solidFill>
                          <a:schemeClr val="tx1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3649" marR="3649" marT="3649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D" sz="1000" b="1" u="none" strike="noStrike" dirty="0" err="1">
                          <a:solidFill>
                            <a:schemeClr val="tx1"/>
                          </a:solidFill>
                          <a:effectLst/>
                          <a:latin typeface="Arial Rounded MT Bold" panose="020F0704030504030204" pitchFamily="34" charset="0"/>
                        </a:rPr>
                        <a:t>Homogenitas</a:t>
                      </a:r>
                      <a:endParaRPr lang="en-ID" sz="1000" b="1" i="0" u="none" strike="noStrike" dirty="0">
                        <a:solidFill>
                          <a:schemeClr val="tx1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3649" marR="3649" marT="3649" marB="0"/>
                </a:tc>
                <a:extLst>
                  <a:ext uri="{0D108BD9-81ED-4DB2-BD59-A6C34878D82A}">
                    <a16:rowId xmlns:a16="http://schemas.microsoft.com/office/drawing/2014/main" val="4144783213"/>
                  </a:ext>
                </a:extLst>
              </a:tr>
              <a:tr h="13209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000" b="0" u="none" strike="noStrike" dirty="0" err="1">
                          <a:solidFill>
                            <a:srgbClr val="000000"/>
                          </a:solidFill>
                          <a:effectLst/>
                          <a:latin typeface="Arial Rounded MT Bold" panose="020F0704030504030204" pitchFamily="34" charset="0"/>
                        </a:rPr>
                        <a:t>Image_10.jpg</a:t>
                      </a:r>
                      <a:endParaRPr lang="en-ID" sz="1000" b="0" i="0" u="none" strike="noStrike" dirty="0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3649" marR="3649" marT="36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000" b="0" u="none" strike="noStrike" dirty="0">
                          <a:solidFill>
                            <a:srgbClr val="000000"/>
                          </a:solidFill>
                          <a:effectLst/>
                          <a:latin typeface="Arial Rounded MT Bold" panose="020F0704030504030204" pitchFamily="34" charset="0"/>
                        </a:rPr>
                        <a:t>0,020355</a:t>
                      </a:r>
                      <a:endParaRPr lang="en-ID" sz="1000" b="0" i="0" u="none" strike="noStrike" dirty="0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3649" marR="3649" marT="36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000" b="0" u="none" strike="noStrike" dirty="0">
                          <a:solidFill>
                            <a:srgbClr val="000000"/>
                          </a:solidFill>
                          <a:effectLst/>
                          <a:latin typeface="Arial Rounded MT Bold" panose="020F0704030504030204" pitchFamily="34" charset="0"/>
                        </a:rPr>
                        <a:t>804,29</a:t>
                      </a:r>
                      <a:endParaRPr lang="en-ID" sz="1000" b="0" i="0" u="none" strike="noStrike" dirty="0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3649" marR="3649" marT="36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000" b="0" u="none" strike="noStrike" dirty="0">
                          <a:solidFill>
                            <a:srgbClr val="000000"/>
                          </a:solidFill>
                          <a:effectLst/>
                          <a:latin typeface="Arial Rounded MT Bold" panose="020F0704030504030204" pitchFamily="34" charset="0"/>
                        </a:rPr>
                        <a:t>0,853998</a:t>
                      </a:r>
                      <a:endParaRPr lang="en-ID" sz="1000" b="0" i="0" u="none" strike="noStrike" dirty="0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3649" marR="3649" marT="36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000" b="0" u="none" strike="noStrike" dirty="0">
                          <a:solidFill>
                            <a:srgbClr val="000000"/>
                          </a:solidFill>
                          <a:effectLst/>
                          <a:latin typeface="Arial Rounded MT Bold" panose="020F0704030504030204" pitchFamily="34" charset="0"/>
                        </a:rPr>
                        <a:t>0,242034</a:t>
                      </a:r>
                      <a:endParaRPr lang="en-ID" sz="1000" b="0" i="0" u="none" strike="noStrike" dirty="0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3649" marR="3649" marT="3649" marB="0" anchor="b"/>
                </a:tc>
                <a:extLst>
                  <a:ext uri="{0D108BD9-81ED-4DB2-BD59-A6C34878D82A}">
                    <a16:rowId xmlns:a16="http://schemas.microsoft.com/office/drawing/2014/main" val="3027710855"/>
                  </a:ext>
                </a:extLst>
              </a:tr>
              <a:tr h="13209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000" b="0" u="none" strike="noStrike" dirty="0" err="1">
                          <a:solidFill>
                            <a:srgbClr val="000000"/>
                          </a:solidFill>
                          <a:effectLst/>
                          <a:latin typeface="Arial Rounded MT Bold" panose="020F0704030504030204" pitchFamily="34" charset="0"/>
                        </a:rPr>
                        <a:t>Image_122.jpg</a:t>
                      </a:r>
                      <a:endParaRPr lang="en-ID" sz="1000" b="0" i="0" u="none" strike="noStrike" dirty="0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3649" marR="3649" marT="36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000" b="0" u="none" strike="noStrike" dirty="0">
                          <a:solidFill>
                            <a:srgbClr val="000000"/>
                          </a:solidFill>
                          <a:effectLst/>
                          <a:latin typeface="Arial Rounded MT Bold" panose="020F0704030504030204" pitchFamily="34" charset="0"/>
                        </a:rPr>
                        <a:t>0,250534</a:t>
                      </a:r>
                      <a:endParaRPr lang="en-ID" sz="1000" b="0" i="0" u="none" strike="noStrike" dirty="0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3649" marR="3649" marT="36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000" b="0" u="none" strike="noStrike" dirty="0">
                          <a:solidFill>
                            <a:srgbClr val="000000"/>
                          </a:solidFill>
                          <a:effectLst/>
                          <a:latin typeface="Arial Rounded MT Bold" panose="020F0704030504030204" pitchFamily="34" charset="0"/>
                        </a:rPr>
                        <a:t>696,467</a:t>
                      </a:r>
                      <a:endParaRPr lang="en-ID" sz="1000" b="0" i="0" u="none" strike="noStrike" dirty="0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3649" marR="3649" marT="36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000" b="0" u="none" strike="noStrike" dirty="0">
                          <a:solidFill>
                            <a:srgbClr val="000000"/>
                          </a:solidFill>
                          <a:effectLst/>
                          <a:latin typeface="Arial Rounded MT Bold" panose="020F0704030504030204" pitchFamily="34" charset="0"/>
                        </a:rPr>
                        <a:t>0,964777</a:t>
                      </a:r>
                      <a:endParaRPr lang="en-ID" sz="1000" b="0" i="0" u="none" strike="noStrike" dirty="0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3649" marR="3649" marT="36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000" b="0" u="none" strike="noStrike">
                          <a:solidFill>
                            <a:srgbClr val="000000"/>
                          </a:solidFill>
                          <a:effectLst/>
                          <a:latin typeface="Arial Rounded MT Bold" panose="020F0704030504030204" pitchFamily="34" charset="0"/>
                        </a:rPr>
                        <a:t>0,401393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3649" marR="3649" marT="3649" marB="0" anchor="b"/>
                </a:tc>
                <a:extLst>
                  <a:ext uri="{0D108BD9-81ED-4DB2-BD59-A6C34878D82A}">
                    <a16:rowId xmlns:a16="http://schemas.microsoft.com/office/drawing/2014/main" val="3913335674"/>
                  </a:ext>
                </a:extLst>
              </a:tr>
              <a:tr h="13209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000" b="0" u="none" strike="noStrike">
                          <a:solidFill>
                            <a:srgbClr val="000000"/>
                          </a:solidFill>
                          <a:effectLst/>
                          <a:latin typeface="Arial Rounded MT Bold" panose="020F0704030504030204" pitchFamily="34" charset="0"/>
                        </a:rPr>
                        <a:t>Image_125.jpg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3649" marR="3649" marT="36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000" b="0" u="none" strike="noStrike" dirty="0">
                          <a:solidFill>
                            <a:srgbClr val="000000"/>
                          </a:solidFill>
                          <a:effectLst/>
                          <a:latin typeface="Arial Rounded MT Bold" panose="020F0704030504030204" pitchFamily="34" charset="0"/>
                        </a:rPr>
                        <a:t>0,03353</a:t>
                      </a:r>
                      <a:endParaRPr lang="en-ID" sz="1000" b="0" i="0" u="none" strike="noStrike" dirty="0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3649" marR="3649" marT="36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000" b="0" u="none" strike="noStrike" dirty="0">
                          <a:solidFill>
                            <a:srgbClr val="000000"/>
                          </a:solidFill>
                          <a:effectLst/>
                          <a:latin typeface="Arial Rounded MT Bold" panose="020F0704030504030204" pitchFamily="34" charset="0"/>
                        </a:rPr>
                        <a:t>393,5864</a:t>
                      </a:r>
                      <a:endParaRPr lang="en-ID" sz="1000" b="0" i="0" u="none" strike="noStrike" dirty="0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3649" marR="3649" marT="36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000" b="0" u="none" strike="noStrike">
                          <a:solidFill>
                            <a:srgbClr val="000000"/>
                          </a:solidFill>
                          <a:effectLst/>
                          <a:latin typeface="Arial Rounded MT Bold" panose="020F0704030504030204" pitchFamily="34" charset="0"/>
                        </a:rPr>
                        <a:t>0,963887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3649" marR="3649" marT="36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000" b="0" u="none" strike="noStrike">
                          <a:solidFill>
                            <a:srgbClr val="000000"/>
                          </a:solidFill>
                          <a:effectLst/>
                          <a:latin typeface="Arial Rounded MT Bold" panose="020F0704030504030204" pitchFamily="34" charset="0"/>
                        </a:rPr>
                        <a:t>0,37999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3649" marR="3649" marT="3649" marB="0" anchor="b"/>
                </a:tc>
                <a:extLst>
                  <a:ext uri="{0D108BD9-81ED-4DB2-BD59-A6C34878D82A}">
                    <a16:rowId xmlns:a16="http://schemas.microsoft.com/office/drawing/2014/main" val="2605668213"/>
                  </a:ext>
                </a:extLst>
              </a:tr>
              <a:tr h="21937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000" b="0" u="none" strike="noStrike">
                          <a:solidFill>
                            <a:srgbClr val="000000"/>
                          </a:solidFill>
                          <a:effectLst/>
                          <a:latin typeface="Arial Rounded MT Bold" panose="020F0704030504030204" pitchFamily="34" charset="0"/>
                        </a:rPr>
                        <a:t>Image_2.jpg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3649" marR="3649" marT="36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000" b="0" u="none" strike="noStrike" dirty="0">
                          <a:solidFill>
                            <a:srgbClr val="000000"/>
                          </a:solidFill>
                          <a:effectLst/>
                          <a:latin typeface="Arial Rounded MT Bold" panose="020F0704030504030204" pitchFamily="34" charset="0"/>
                        </a:rPr>
                        <a:t>0,013241</a:t>
                      </a:r>
                      <a:endParaRPr lang="en-ID" sz="1000" b="0" i="0" u="none" strike="noStrike" dirty="0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3649" marR="3649" marT="36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000" b="0" u="none" strike="noStrike">
                          <a:solidFill>
                            <a:srgbClr val="000000"/>
                          </a:solidFill>
                          <a:effectLst/>
                          <a:latin typeface="Arial Rounded MT Bold" panose="020F0704030504030204" pitchFamily="34" charset="0"/>
                        </a:rPr>
                        <a:t>900,2636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3649" marR="3649" marT="36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000" b="0" u="none" strike="noStrike">
                          <a:solidFill>
                            <a:srgbClr val="000000"/>
                          </a:solidFill>
                          <a:effectLst/>
                          <a:latin typeface="Arial Rounded MT Bold" panose="020F0704030504030204" pitchFamily="34" charset="0"/>
                        </a:rPr>
                        <a:t>0,844505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3649" marR="3649" marT="36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000" b="0" u="none" strike="noStrike">
                          <a:solidFill>
                            <a:srgbClr val="000000"/>
                          </a:solidFill>
                          <a:effectLst/>
                          <a:latin typeface="Arial Rounded MT Bold" panose="020F0704030504030204" pitchFamily="34" charset="0"/>
                        </a:rPr>
                        <a:t>0,138576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3649" marR="3649" marT="3649" marB="0" anchor="b"/>
                </a:tc>
                <a:extLst>
                  <a:ext uri="{0D108BD9-81ED-4DB2-BD59-A6C34878D82A}">
                    <a16:rowId xmlns:a16="http://schemas.microsoft.com/office/drawing/2014/main" val="3236226039"/>
                  </a:ext>
                </a:extLst>
              </a:tr>
              <a:tr h="13209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000" b="0" u="none" strike="noStrike">
                          <a:solidFill>
                            <a:srgbClr val="000000"/>
                          </a:solidFill>
                          <a:effectLst/>
                          <a:latin typeface="Arial Rounded MT Bold" panose="020F0704030504030204" pitchFamily="34" charset="0"/>
                        </a:rPr>
                        <a:t>Image_3.jpg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3649" marR="3649" marT="36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000" b="0" u="none" strike="noStrike" dirty="0">
                          <a:solidFill>
                            <a:srgbClr val="000000"/>
                          </a:solidFill>
                          <a:effectLst/>
                          <a:latin typeface="Arial Rounded MT Bold" panose="020F0704030504030204" pitchFamily="34" charset="0"/>
                        </a:rPr>
                        <a:t>0,073562</a:t>
                      </a:r>
                      <a:endParaRPr lang="en-ID" sz="1000" b="0" i="0" u="none" strike="noStrike" dirty="0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3649" marR="3649" marT="36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000" b="0" u="none" strike="noStrike" dirty="0">
                          <a:solidFill>
                            <a:srgbClr val="000000"/>
                          </a:solidFill>
                          <a:effectLst/>
                          <a:latin typeface="Arial Rounded MT Bold" panose="020F0704030504030204" pitchFamily="34" charset="0"/>
                        </a:rPr>
                        <a:t>265,393</a:t>
                      </a:r>
                      <a:endParaRPr lang="en-ID" sz="1000" b="0" i="0" u="none" strike="noStrike" dirty="0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3649" marR="3649" marT="36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000" b="0" u="none" strike="noStrike">
                          <a:solidFill>
                            <a:srgbClr val="000000"/>
                          </a:solidFill>
                          <a:effectLst/>
                          <a:latin typeface="Arial Rounded MT Bold" panose="020F0704030504030204" pitchFamily="34" charset="0"/>
                        </a:rPr>
                        <a:t>0,980139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3649" marR="3649" marT="36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000" b="0" u="none" strike="noStrike">
                          <a:solidFill>
                            <a:srgbClr val="000000"/>
                          </a:solidFill>
                          <a:effectLst/>
                          <a:latin typeface="Arial Rounded MT Bold" panose="020F0704030504030204" pitchFamily="34" charset="0"/>
                        </a:rPr>
                        <a:t>0,396262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3649" marR="3649" marT="3649" marB="0" anchor="b"/>
                </a:tc>
                <a:extLst>
                  <a:ext uri="{0D108BD9-81ED-4DB2-BD59-A6C34878D82A}">
                    <a16:rowId xmlns:a16="http://schemas.microsoft.com/office/drawing/2014/main" val="36919119"/>
                  </a:ext>
                </a:extLst>
              </a:tr>
              <a:tr h="13209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000" b="0" u="none" strike="noStrike">
                          <a:solidFill>
                            <a:srgbClr val="000000"/>
                          </a:solidFill>
                          <a:effectLst/>
                          <a:latin typeface="Arial Rounded MT Bold" panose="020F0704030504030204" pitchFamily="34" charset="0"/>
                        </a:rPr>
                        <a:t>Image_47.jpg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3649" marR="3649" marT="36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000" b="0" u="none" strike="noStrike" dirty="0">
                          <a:solidFill>
                            <a:srgbClr val="000000"/>
                          </a:solidFill>
                          <a:effectLst/>
                          <a:latin typeface="Arial Rounded MT Bold" panose="020F0704030504030204" pitchFamily="34" charset="0"/>
                        </a:rPr>
                        <a:t>0,014739</a:t>
                      </a:r>
                      <a:endParaRPr lang="en-ID" sz="1000" b="0" i="0" u="none" strike="noStrike" dirty="0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3649" marR="3649" marT="36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000" b="0" u="none" strike="noStrike">
                          <a:solidFill>
                            <a:srgbClr val="000000"/>
                          </a:solidFill>
                          <a:effectLst/>
                          <a:latin typeface="Arial Rounded MT Bold" panose="020F0704030504030204" pitchFamily="34" charset="0"/>
                        </a:rPr>
                        <a:t>835,9176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3649" marR="3649" marT="36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000" b="0" u="none" strike="noStrike">
                          <a:solidFill>
                            <a:srgbClr val="000000"/>
                          </a:solidFill>
                          <a:effectLst/>
                          <a:latin typeface="Arial Rounded MT Bold" panose="020F0704030504030204" pitchFamily="34" charset="0"/>
                        </a:rPr>
                        <a:t>0,790401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3649" marR="3649" marT="36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000" b="0" u="none" strike="noStrike">
                          <a:solidFill>
                            <a:srgbClr val="000000"/>
                          </a:solidFill>
                          <a:effectLst/>
                          <a:latin typeface="Arial Rounded MT Bold" panose="020F0704030504030204" pitchFamily="34" charset="0"/>
                        </a:rPr>
                        <a:t>0,152845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3649" marR="3649" marT="3649" marB="0" anchor="b"/>
                </a:tc>
                <a:extLst>
                  <a:ext uri="{0D108BD9-81ED-4DB2-BD59-A6C34878D82A}">
                    <a16:rowId xmlns:a16="http://schemas.microsoft.com/office/drawing/2014/main" val="3040358934"/>
                  </a:ext>
                </a:extLst>
              </a:tr>
              <a:tr h="13209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000" b="0" u="none" strike="noStrike">
                          <a:solidFill>
                            <a:srgbClr val="000000"/>
                          </a:solidFill>
                          <a:effectLst/>
                          <a:latin typeface="Arial Rounded MT Bold" panose="020F0704030504030204" pitchFamily="34" charset="0"/>
                        </a:rPr>
                        <a:t>Image_48.jpg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3649" marR="3649" marT="36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000" b="0" u="none" strike="noStrike">
                          <a:solidFill>
                            <a:srgbClr val="000000"/>
                          </a:solidFill>
                          <a:effectLst/>
                          <a:latin typeface="Arial Rounded MT Bold" panose="020F0704030504030204" pitchFamily="34" charset="0"/>
                        </a:rPr>
                        <a:t>0,017085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3649" marR="3649" marT="36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000" b="0" u="none" strike="noStrike">
                          <a:solidFill>
                            <a:srgbClr val="000000"/>
                          </a:solidFill>
                          <a:effectLst/>
                          <a:latin typeface="Arial Rounded MT Bold" panose="020F0704030504030204" pitchFamily="34" charset="0"/>
                        </a:rPr>
                        <a:t>1048,427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3649" marR="3649" marT="36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000" b="0" u="none" strike="noStrike" dirty="0">
                          <a:solidFill>
                            <a:srgbClr val="000000"/>
                          </a:solidFill>
                          <a:effectLst/>
                          <a:latin typeface="Arial Rounded MT Bold" panose="020F0704030504030204" pitchFamily="34" charset="0"/>
                        </a:rPr>
                        <a:t>0,865432</a:t>
                      </a:r>
                      <a:endParaRPr lang="en-ID" sz="1000" b="0" i="0" u="none" strike="noStrike" dirty="0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3649" marR="3649" marT="36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000" b="0" u="none" strike="noStrike">
                          <a:solidFill>
                            <a:srgbClr val="000000"/>
                          </a:solidFill>
                          <a:effectLst/>
                          <a:latin typeface="Arial Rounded MT Bold" panose="020F0704030504030204" pitchFamily="34" charset="0"/>
                        </a:rPr>
                        <a:t>0,158153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3649" marR="3649" marT="3649" marB="0" anchor="b"/>
                </a:tc>
                <a:extLst>
                  <a:ext uri="{0D108BD9-81ED-4DB2-BD59-A6C34878D82A}">
                    <a16:rowId xmlns:a16="http://schemas.microsoft.com/office/drawing/2014/main" val="2396546322"/>
                  </a:ext>
                </a:extLst>
              </a:tr>
              <a:tr h="13209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000" b="0" u="none" strike="noStrike">
                          <a:solidFill>
                            <a:srgbClr val="000000"/>
                          </a:solidFill>
                          <a:effectLst/>
                          <a:latin typeface="Arial Rounded MT Bold" panose="020F0704030504030204" pitchFamily="34" charset="0"/>
                        </a:rPr>
                        <a:t>Image_8.jpg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3649" marR="3649" marT="36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000" b="0" u="none" strike="noStrike" dirty="0">
                          <a:solidFill>
                            <a:srgbClr val="000000"/>
                          </a:solidFill>
                          <a:effectLst/>
                          <a:latin typeface="Arial Rounded MT Bold" panose="020F0704030504030204" pitchFamily="34" charset="0"/>
                        </a:rPr>
                        <a:t>0,05862</a:t>
                      </a:r>
                      <a:endParaRPr lang="en-ID" sz="1000" b="0" i="0" u="none" strike="noStrike" dirty="0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3649" marR="3649" marT="36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000" b="0" u="none" strike="noStrike" dirty="0">
                          <a:solidFill>
                            <a:srgbClr val="000000"/>
                          </a:solidFill>
                          <a:effectLst/>
                          <a:latin typeface="Arial Rounded MT Bold" panose="020F0704030504030204" pitchFamily="34" charset="0"/>
                        </a:rPr>
                        <a:t>137,6042</a:t>
                      </a:r>
                      <a:endParaRPr lang="en-ID" sz="1000" b="0" i="0" u="none" strike="noStrike" dirty="0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3649" marR="3649" marT="36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000" b="0" u="none" strike="noStrike">
                          <a:solidFill>
                            <a:srgbClr val="000000"/>
                          </a:solidFill>
                          <a:effectLst/>
                          <a:latin typeface="Arial Rounded MT Bold" panose="020F0704030504030204" pitchFamily="34" charset="0"/>
                        </a:rPr>
                        <a:t>0,914311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3649" marR="3649" marT="36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000" b="0" u="none" strike="noStrike" dirty="0">
                          <a:solidFill>
                            <a:srgbClr val="000000"/>
                          </a:solidFill>
                          <a:effectLst/>
                          <a:latin typeface="Arial Rounded MT Bold" panose="020F0704030504030204" pitchFamily="34" charset="0"/>
                        </a:rPr>
                        <a:t>0,498288</a:t>
                      </a:r>
                      <a:endParaRPr lang="en-ID" sz="1000" b="0" i="0" u="none" strike="noStrike" dirty="0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3649" marR="3649" marT="3649" marB="0" anchor="b"/>
                </a:tc>
                <a:extLst>
                  <a:ext uri="{0D108BD9-81ED-4DB2-BD59-A6C34878D82A}">
                    <a16:rowId xmlns:a16="http://schemas.microsoft.com/office/drawing/2014/main" val="2798732983"/>
                  </a:ext>
                </a:extLst>
              </a:tr>
              <a:tr h="17731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000" b="0" u="none" strike="noStrike">
                          <a:solidFill>
                            <a:srgbClr val="000000"/>
                          </a:solidFill>
                          <a:effectLst/>
                          <a:latin typeface="Arial Rounded MT Bold" panose="020F0704030504030204" pitchFamily="34" charset="0"/>
                        </a:rPr>
                        <a:t>Image_7.jpg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3649" marR="3649" marT="36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000" b="0" u="none" strike="noStrike">
                          <a:solidFill>
                            <a:srgbClr val="000000"/>
                          </a:solidFill>
                          <a:effectLst/>
                          <a:latin typeface="Arial Rounded MT Bold" panose="020F0704030504030204" pitchFamily="34" charset="0"/>
                        </a:rPr>
                        <a:t>0,029654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3649" marR="3649" marT="36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000" b="0" u="none" strike="noStrike" dirty="0">
                          <a:solidFill>
                            <a:srgbClr val="000000"/>
                          </a:solidFill>
                          <a:effectLst/>
                          <a:latin typeface="Arial Rounded MT Bold" panose="020F0704030504030204" pitchFamily="34" charset="0"/>
                        </a:rPr>
                        <a:t>223,7255</a:t>
                      </a:r>
                      <a:endParaRPr lang="en-ID" sz="1000" b="0" i="0" u="none" strike="noStrike" dirty="0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3649" marR="3649" marT="36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000" b="0" u="none" strike="noStrike">
                          <a:solidFill>
                            <a:srgbClr val="000000"/>
                          </a:solidFill>
                          <a:effectLst/>
                          <a:latin typeface="Arial Rounded MT Bold" panose="020F0704030504030204" pitchFamily="34" charset="0"/>
                        </a:rPr>
                        <a:t>0,919777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3649" marR="3649" marT="36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000" b="0" u="none" strike="noStrike">
                          <a:solidFill>
                            <a:srgbClr val="000000"/>
                          </a:solidFill>
                          <a:effectLst/>
                          <a:latin typeface="Arial Rounded MT Bold" panose="020F0704030504030204" pitchFamily="34" charset="0"/>
                        </a:rPr>
                        <a:t>0,301306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3649" marR="3649" marT="3649" marB="0" anchor="b"/>
                </a:tc>
                <a:extLst>
                  <a:ext uri="{0D108BD9-81ED-4DB2-BD59-A6C34878D82A}">
                    <a16:rowId xmlns:a16="http://schemas.microsoft.com/office/drawing/2014/main" val="1351404414"/>
                  </a:ext>
                </a:extLst>
              </a:tr>
              <a:tr h="13209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000" b="0" u="none" strike="noStrike">
                          <a:solidFill>
                            <a:srgbClr val="000000"/>
                          </a:solidFill>
                          <a:effectLst/>
                          <a:latin typeface="Arial Rounded MT Bold" panose="020F0704030504030204" pitchFamily="34" charset="0"/>
                        </a:rPr>
                        <a:t>Image_9.jpg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3649" marR="3649" marT="36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000" b="0" u="none" strike="noStrike" dirty="0">
                          <a:solidFill>
                            <a:srgbClr val="000000"/>
                          </a:solidFill>
                          <a:effectLst/>
                          <a:latin typeface="Arial Rounded MT Bold" panose="020F0704030504030204" pitchFamily="34" charset="0"/>
                        </a:rPr>
                        <a:t>0,021467</a:t>
                      </a:r>
                      <a:endParaRPr lang="en-ID" sz="1000" b="0" i="0" u="none" strike="noStrike" dirty="0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3649" marR="3649" marT="36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000" b="0" u="none" strike="noStrike">
                          <a:solidFill>
                            <a:srgbClr val="000000"/>
                          </a:solidFill>
                          <a:effectLst/>
                          <a:latin typeface="Arial Rounded MT Bold" panose="020F0704030504030204" pitchFamily="34" charset="0"/>
                        </a:rPr>
                        <a:t>413,9961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3649" marR="3649" marT="36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000" b="0" u="none" strike="noStrike">
                          <a:solidFill>
                            <a:srgbClr val="000000"/>
                          </a:solidFill>
                          <a:effectLst/>
                          <a:latin typeface="Arial Rounded MT Bold" panose="020F0704030504030204" pitchFamily="34" charset="0"/>
                        </a:rPr>
                        <a:t>0,931338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3649" marR="3649" marT="36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000" b="0" u="none" strike="noStrike">
                          <a:solidFill>
                            <a:srgbClr val="000000"/>
                          </a:solidFill>
                          <a:effectLst/>
                          <a:latin typeface="Arial Rounded MT Bold" panose="020F0704030504030204" pitchFamily="34" charset="0"/>
                        </a:rPr>
                        <a:t>0,239383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3649" marR="3649" marT="3649" marB="0" anchor="b"/>
                </a:tc>
                <a:extLst>
                  <a:ext uri="{0D108BD9-81ED-4DB2-BD59-A6C34878D82A}">
                    <a16:rowId xmlns:a16="http://schemas.microsoft.com/office/drawing/2014/main" val="1286157791"/>
                  </a:ext>
                </a:extLst>
              </a:tr>
              <a:tr h="19632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000" b="0" u="none" strike="noStrike">
                          <a:solidFill>
                            <a:srgbClr val="000000"/>
                          </a:solidFill>
                          <a:effectLst/>
                          <a:latin typeface="Arial Rounded MT Bold" panose="020F0704030504030204" pitchFamily="34" charset="0"/>
                        </a:rPr>
                        <a:t>grayscale_Image_10.jpg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3649" marR="3649" marT="36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000" b="0" u="none" strike="noStrike">
                          <a:solidFill>
                            <a:srgbClr val="000000"/>
                          </a:solidFill>
                          <a:effectLst/>
                          <a:latin typeface="Arial Rounded MT Bold" panose="020F0704030504030204" pitchFamily="34" charset="0"/>
                        </a:rPr>
                        <a:t>0,020342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3649" marR="3649" marT="36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000" b="0" u="none" strike="noStrike" dirty="0">
                          <a:solidFill>
                            <a:srgbClr val="000000"/>
                          </a:solidFill>
                          <a:effectLst/>
                          <a:latin typeface="Arial Rounded MT Bold" panose="020F0704030504030204" pitchFamily="34" charset="0"/>
                        </a:rPr>
                        <a:t>807,3376</a:t>
                      </a:r>
                      <a:endParaRPr lang="en-ID" sz="1000" b="0" i="0" u="none" strike="noStrike" dirty="0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3649" marR="3649" marT="36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000" b="0" u="none" strike="noStrike" dirty="0">
                          <a:solidFill>
                            <a:srgbClr val="000000"/>
                          </a:solidFill>
                          <a:effectLst/>
                          <a:latin typeface="Arial Rounded MT Bold" panose="020F0704030504030204" pitchFamily="34" charset="0"/>
                        </a:rPr>
                        <a:t>0,853575</a:t>
                      </a:r>
                      <a:endParaRPr lang="en-ID" sz="1000" b="0" i="0" u="none" strike="noStrike" dirty="0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3649" marR="3649" marT="36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000" b="0" u="none" strike="noStrike" dirty="0">
                          <a:solidFill>
                            <a:srgbClr val="000000"/>
                          </a:solidFill>
                          <a:effectLst/>
                          <a:latin typeface="Arial Rounded MT Bold" panose="020F0704030504030204" pitchFamily="34" charset="0"/>
                        </a:rPr>
                        <a:t>0,241425</a:t>
                      </a:r>
                      <a:endParaRPr lang="en-ID" sz="1000" b="0" i="0" u="none" strike="noStrike" dirty="0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3649" marR="3649" marT="3649" marB="0" anchor="b"/>
                </a:tc>
                <a:extLst>
                  <a:ext uri="{0D108BD9-81ED-4DB2-BD59-A6C34878D82A}">
                    <a16:rowId xmlns:a16="http://schemas.microsoft.com/office/drawing/2014/main" val="4166084916"/>
                  </a:ext>
                </a:extLst>
              </a:tr>
              <a:tr h="19632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000" b="0" u="none" strike="noStrike">
                          <a:solidFill>
                            <a:srgbClr val="000000"/>
                          </a:solidFill>
                          <a:effectLst/>
                          <a:latin typeface="Arial Rounded MT Bold" panose="020F0704030504030204" pitchFamily="34" charset="0"/>
                        </a:rPr>
                        <a:t>grayscale_Image_122.jpg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3649" marR="3649" marT="36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000" b="0" u="none" strike="noStrike" dirty="0">
                          <a:solidFill>
                            <a:srgbClr val="000000"/>
                          </a:solidFill>
                          <a:effectLst/>
                          <a:latin typeface="Arial Rounded MT Bold" panose="020F0704030504030204" pitchFamily="34" charset="0"/>
                        </a:rPr>
                        <a:t>0,250169</a:t>
                      </a:r>
                      <a:endParaRPr lang="en-ID" sz="1000" b="0" i="0" u="none" strike="noStrike" dirty="0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3649" marR="3649" marT="36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000" b="0" u="none" strike="noStrike" dirty="0">
                          <a:solidFill>
                            <a:srgbClr val="000000"/>
                          </a:solidFill>
                          <a:effectLst/>
                          <a:latin typeface="Arial Rounded MT Bold" panose="020F0704030504030204" pitchFamily="34" charset="0"/>
                        </a:rPr>
                        <a:t>696,9761</a:t>
                      </a:r>
                      <a:endParaRPr lang="en-ID" sz="1000" b="0" i="0" u="none" strike="noStrike" dirty="0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3649" marR="3649" marT="36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000" b="0" u="none" strike="noStrike">
                          <a:solidFill>
                            <a:srgbClr val="000000"/>
                          </a:solidFill>
                          <a:effectLst/>
                          <a:latin typeface="Arial Rounded MT Bold" panose="020F0704030504030204" pitchFamily="34" charset="0"/>
                        </a:rPr>
                        <a:t>0,964745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3649" marR="3649" marT="36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000" b="0" u="none" strike="noStrike" dirty="0">
                          <a:solidFill>
                            <a:srgbClr val="000000"/>
                          </a:solidFill>
                          <a:effectLst/>
                          <a:latin typeface="Arial Rounded MT Bold" panose="020F0704030504030204" pitchFamily="34" charset="0"/>
                        </a:rPr>
                        <a:t>0,399621</a:t>
                      </a:r>
                      <a:endParaRPr lang="en-ID" sz="1000" b="0" i="0" u="none" strike="noStrike" dirty="0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3649" marR="3649" marT="3649" marB="0" anchor="b"/>
                </a:tc>
                <a:extLst>
                  <a:ext uri="{0D108BD9-81ED-4DB2-BD59-A6C34878D82A}">
                    <a16:rowId xmlns:a16="http://schemas.microsoft.com/office/drawing/2014/main" val="3541528386"/>
                  </a:ext>
                </a:extLst>
              </a:tr>
              <a:tr h="19632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000" b="0" u="none" strike="noStrike">
                          <a:solidFill>
                            <a:srgbClr val="000000"/>
                          </a:solidFill>
                          <a:effectLst/>
                          <a:latin typeface="Arial Rounded MT Bold" panose="020F0704030504030204" pitchFamily="34" charset="0"/>
                        </a:rPr>
                        <a:t>grayscale_Image_125.jpg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3649" marR="3649" marT="36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000" b="0" u="none" strike="noStrike" dirty="0">
                          <a:solidFill>
                            <a:srgbClr val="000000"/>
                          </a:solidFill>
                          <a:effectLst/>
                          <a:latin typeface="Arial Rounded MT Bold" panose="020F0704030504030204" pitchFamily="34" charset="0"/>
                        </a:rPr>
                        <a:t>0,033522</a:t>
                      </a:r>
                      <a:endParaRPr lang="en-ID" sz="1000" b="0" i="0" u="none" strike="noStrike" dirty="0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3649" marR="3649" marT="36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000" b="0" u="none" strike="noStrike">
                          <a:solidFill>
                            <a:srgbClr val="000000"/>
                          </a:solidFill>
                          <a:effectLst/>
                          <a:latin typeface="Arial Rounded MT Bold" panose="020F0704030504030204" pitchFamily="34" charset="0"/>
                        </a:rPr>
                        <a:t>397,5579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3649" marR="3649" marT="36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000" b="0" u="none" strike="noStrike" dirty="0">
                          <a:solidFill>
                            <a:srgbClr val="000000"/>
                          </a:solidFill>
                          <a:effectLst/>
                          <a:latin typeface="Arial Rounded MT Bold" panose="020F0704030504030204" pitchFamily="34" charset="0"/>
                        </a:rPr>
                        <a:t>0,963535</a:t>
                      </a:r>
                      <a:endParaRPr lang="en-ID" sz="1000" b="0" i="0" u="none" strike="noStrike" dirty="0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3649" marR="3649" marT="36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000" b="0" u="none" strike="noStrike" dirty="0">
                          <a:solidFill>
                            <a:srgbClr val="000000"/>
                          </a:solidFill>
                          <a:effectLst/>
                          <a:latin typeface="Arial Rounded MT Bold" panose="020F0704030504030204" pitchFamily="34" charset="0"/>
                        </a:rPr>
                        <a:t>0,379724</a:t>
                      </a:r>
                      <a:endParaRPr lang="en-ID" sz="1000" b="0" i="0" u="none" strike="noStrike" dirty="0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3649" marR="3649" marT="3649" marB="0" anchor="b"/>
                </a:tc>
                <a:extLst>
                  <a:ext uri="{0D108BD9-81ED-4DB2-BD59-A6C34878D82A}">
                    <a16:rowId xmlns:a16="http://schemas.microsoft.com/office/drawing/2014/main" val="3996385300"/>
                  </a:ext>
                </a:extLst>
              </a:tr>
              <a:tr h="19632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000" b="0" u="none" strike="noStrike">
                          <a:solidFill>
                            <a:srgbClr val="000000"/>
                          </a:solidFill>
                          <a:effectLst/>
                          <a:latin typeface="Arial Rounded MT Bold" panose="020F0704030504030204" pitchFamily="34" charset="0"/>
                        </a:rPr>
                        <a:t>grayscale_Image_2.jpg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3649" marR="3649" marT="36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000" b="0" u="none" strike="noStrike" dirty="0">
                          <a:solidFill>
                            <a:srgbClr val="000000"/>
                          </a:solidFill>
                          <a:effectLst/>
                          <a:latin typeface="Arial Rounded MT Bold" panose="020F0704030504030204" pitchFamily="34" charset="0"/>
                        </a:rPr>
                        <a:t>0,013236</a:t>
                      </a:r>
                      <a:endParaRPr lang="en-ID" sz="1000" b="0" i="0" u="none" strike="noStrike" dirty="0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3649" marR="3649" marT="36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000" b="0" u="none" strike="noStrike" dirty="0">
                          <a:solidFill>
                            <a:srgbClr val="000000"/>
                          </a:solidFill>
                          <a:effectLst/>
                          <a:latin typeface="Arial Rounded MT Bold" panose="020F0704030504030204" pitchFamily="34" charset="0"/>
                        </a:rPr>
                        <a:t>902,8631</a:t>
                      </a:r>
                      <a:endParaRPr lang="en-ID" sz="1000" b="0" i="0" u="none" strike="noStrike" dirty="0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3649" marR="3649" marT="36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000" b="0" u="none" strike="noStrike">
                          <a:solidFill>
                            <a:srgbClr val="000000"/>
                          </a:solidFill>
                          <a:effectLst/>
                          <a:latin typeface="Arial Rounded MT Bold" panose="020F0704030504030204" pitchFamily="34" charset="0"/>
                        </a:rPr>
                        <a:t>0,844188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3649" marR="3649" marT="36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000" b="0" u="none" strike="noStrike" dirty="0">
                          <a:solidFill>
                            <a:srgbClr val="000000"/>
                          </a:solidFill>
                          <a:effectLst/>
                          <a:latin typeface="Arial Rounded MT Bold" panose="020F0704030504030204" pitchFamily="34" charset="0"/>
                        </a:rPr>
                        <a:t>0,138549</a:t>
                      </a:r>
                      <a:endParaRPr lang="en-ID" sz="1000" b="0" i="0" u="none" strike="noStrike" dirty="0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3649" marR="3649" marT="3649" marB="0" anchor="b"/>
                </a:tc>
                <a:extLst>
                  <a:ext uri="{0D108BD9-81ED-4DB2-BD59-A6C34878D82A}">
                    <a16:rowId xmlns:a16="http://schemas.microsoft.com/office/drawing/2014/main" val="2197592041"/>
                  </a:ext>
                </a:extLst>
              </a:tr>
              <a:tr h="19632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000" b="0" u="none" strike="noStrike">
                          <a:solidFill>
                            <a:srgbClr val="000000"/>
                          </a:solidFill>
                          <a:effectLst/>
                          <a:latin typeface="Arial Rounded MT Bold" panose="020F0704030504030204" pitchFamily="34" charset="0"/>
                        </a:rPr>
                        <a:t>grayscale_Image_3.jpg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3649" marR="3649" marT="36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000" b="0" u="none" strike="noStrike">
                          <a:solidFill>
                            <a:srgbClr val="000000"/>
                          </a:solidFill>
                          <a:effectLst/>
                          <a:latin typeface="Arial Rounded MT Bold" panose="020F0704030504030204" pitchFamily="34" charset="0"/>
                        </a:rPr>
                        <a:t>0,073552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3649" marR="3649" marT="36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000" b="0" u="none" strike="noStrike" dirty="0">
                          <a:solidFill>
                            <a:srgbClr val="000000"/>
                          </a:solidFill>
                          <a:effectLst/>
                          <a:latin typeface="Arial Rounded MT Bold" panose="020F0704030504030204" pitchFamily="34" charset="0"/>
                        </a:rPr>
                        <a:t>265,4247</a:t>
                      </a:r>
                      <a:endParaRPr lang="en-ID" sz="1000" b="0" i="0" u="none" strike="noStrike" dirty="0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3649" marR="3649" marT="36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000" b="0" u="none" strike="noStrike">
                          <a:solidFill>
                            <a:srgbClr val="000000"/>
                          </a:solidFill>
                          <a:effectLst/>
                          <a:latin typeface="Arial Rounded MT Bold" panose="020F0704030504030204" pitchFamily="34" charset="0"/>
                        </a:rPr>
                        <a:t>0,980137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3649" marR="3649" marT="36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000" b="0" u="none" strike="noStrike" dirty="0">
                          <a:solidFill>
                            <a:srgbClr val="000000"/>
                          </a:solidFill>
                          <a:effectLst/>
                          <a:latin typeface="Arial Rounded MT Bold" panose="020F0704030504030204" pitchFamily="34" charset="0"/>
                        </a:rPr>
                        <a:t>0,396122</a:t>
                      </a:r>
                      <a:endParaRPr lang="en-ID" sz="1000" b="0" i="0" u="none" strike="noStrike" dirty="0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3649" marR="3649" marT="3649" marB="0" anchor="b"/>
                </a:tc>
                <a:extLst>
                  <a:ext uri="{0D108BD9-81ED-4DB2-BD59-A6C34878D82A}">
                    <a16:rowId xmlns:a16="http://schemas.microsoft.com/office/drawing/2014/main" val="519761975"/>
                  </a:ext>
                </a:extLst>
              </a:tr>
              <a:tr h="19632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000" b="0" u="none" strike="noStrike">
                          <a:solidFill>
                            <a:srgbClr val="000000"/>
                          </a:solidFill>
                          <a:effectLst/>
                          <a:latin typeface="Arial Rounded MT Bold" panose="020F0704030504030204" pitchFamily="34" charset="0"/>
                        </a:rPr>
                        <a:t>grayscale_Image_47.jpg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3649" marR="3649" marT="36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000" b="0" u="none" strike="noStrike" dirty="0">
                          <a:solidFill>
                            <a:srgbClr val="000000"/>
                          </a:solidFill>
                          <a:effectLst/>
                          <a:latin typeface="Arial Rounded MT Bold" panose="020F0704030504030204" pitchFamily="34" charset="0"/>
                        </a:rPr>
                        <a:t>0,014698</a:t>
                      </a:r>
                      <a:endParaRPr lang="en-ID" sz="1000" b="0" i="0" u="none" strike="noStrike" dirty="0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3649" marR="3649" marT="36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000" b="0" u="none" strike="noStrike" dirty="0">
                          <a:solidFill>
                            <a:srgbClr val="000000"/>
                          </a:solidFill>
                          <a:effectLst/>
                          <a:latin typeface="Arial Rounded MT Bold" panose="020F0704030504030204" pitchFamily="34" charset="0"/>
                        </a:rPr>
                        <a:t>838,0009</a:t>
                      </a:r>
                      <a:endParaRPr lang="en-ID" sz="1000" b="0" i="0" u="none" strike="noStrike" dirty="0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3649" marR="3649" marT="36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000" b="0" u="none" strike="noStrike">
                          <a:solidFill>
                            <a:srgbClr val="000000"/>
                          </a:solidFill>
                          <a:effectLst/>
                          <a:latin typeface="Arial Rounded MT Bold" panose="020F0704030504030204" pitchFamily="34" charset="0"/>
                        </a:rPr>
                        <a:t>0,790019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3649" marR="3649" marT="36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000" b="0" u="none" strike="noStrike" dirty="0">
                          <a:solidFill>
                            <a:srgbClr val="000000"/>
                          </a:solidFill>
                          <a:effectLst/>
                          <a:latin typeface="Arial Rounded MT Bold" panose="020F0704030504030204" pitchFamily="34" charset="0"/>
                        </a:rPr>
                        <a:t>0,152122</a:t>
                      </a:r>
                      <a:endParaRPr lang="en-ID" sz="1000" b="0" i="0" u="none" strike="noStrike" dirty="0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3649" marR="3649" marT="3649" marB="0" anchor="b"/>
                </a:tc>
                <a:extLst>
                  <a:ext uri="{0D108BD9-81ED-4DB2-BD59-A6C34878D82A}">
                    <a16:rowId xmlns:a16="http://schemas.microsoft.com/office/drawing/2014/main" val="3729283879"/>
                  </a:ext>
                </a:extLst>
              </a:tr>
              <a:tr h="19632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000" b="0" u="none" strike="noStrike">
                          <a:solidFill>
                            <a:srgbClr val="000000"/>
                          </a:solidFill>
                          <a:effectLst/>
                          <a:latin typeface="Arial Rounded MT Bold" panose="020F0704030504030204" pitchFamily="34" charset="0"/>
                        </a:rPr>
                        <a:t>grayscale_Image_48.jpg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3649" marR="3649" marT="36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000" b="0" u="none" strike="noStrike">
                          <a:solidFill>
                            <a:srgbClr val="000000"/>
                          </a:solidFill>
                          <a:effectLst/>
                          <a:latin typeface="Arial Rounded MT Bold" panose="020F0704030504030204" pitchFamily="34" charset="0"/>
                        </a:rPr>
                        <a:t>0,016884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3649" marR="3649" marT="36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000" b="0" u="none" strike="noStrike" dirty="0">
                          <a:solidFill>
                            <a:srgbClr val="000000"/>
                          </a:solidFill>
                          <a:effectLst/>
                          <a:latin typeface="Arial Rounded MT Bold" panose="020F0704030504030204" pitchFamily="34" charset="0"/>
                        </a:rPr>
                        <a:t>1053,012</a:t>
                      </a:r>
                      <a:endParaRPr lang="en-ID" sz="1000" b="0" i="0" u="none" strike="noStrike" dirty="0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3649" marR="3649" marT="36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000" b="0" u="none" strike="noStrike">
                          <a:solidFill>
                            <a:srgbClr val="000000"/>
                          </a:solidFill>
                          <a:effectLst/>
                          <a:latin typeface="Arial Rounded MT Bold" panose="020F0704030504030204" pitchFamily="34" charset="0"/>
                        </a:rPr>
                        <a:t>0,864994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3649" marR="3649" marT="36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000" b="0" u="none" strike="noStrike" dirty="0">
                          <a:solidFill>
                            <a:srgbClr val="000000"/>
                          </a:solidFill>
                          <a:effectLst/>
                          <a:latin typeface="Arial Rounded MT Bold" panose="020F0704030504030204" pitchFamily="34" charset="0"/>
                        </a:rPr>
                        <a:t>0,156288</a:t>
                      </a:r>
                      <a:endParaRPr lang="en-ID" sz="1000" b="0" i="0" u="none" strike="noStrike" dirty="0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3649" marR="3649" marT="3649" marB="0" anchor="b"/>
                </a:tc>
                <a:extLst>
                  <a:ext uri="{0D108BD9-81ED-4DB2-BD59-A6C34878D82A}">
                    <a16:rowId xmlns:a16="http://schemas.microsoft.com/office/drawing/2014/main" val="2259454526"/>
                  </a:ext>
                </a:extLst>
              </a:tr>
              <a:tr h="19632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000" b="0" u="none" strike="noStrike">
                          <a:solidFill>
                            <a:srgbClr val="000000"/>
                          </a:solidFill>
                          <a:effectLst/>
                          <a:latin typeface="Arial Rounded MT Bold" panose="020F0704030504030204" pitchFamily="34" charset="0"/>
                        </a:rPr>
                        <a:t>grayscale_Image_8.jpg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3649" marR="3649" marT="36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000" b="0" u="none" strike="noStrike" dirty="0">
                          <a:solidFill>
                            <a:srgbClr val="000000"/>
                          </a:solidFill>
                          <a:effectLst/>
                          <a:latin typeface="Arial Rounded MT Bold" panose="020F0704030504030204" pitchFamily="34" charset="0"/>
                        </a:rPr>
                        <a:t>0,058599</a:t>
                      </a:r>
                      <a:endParaRPr lang="en-ID" sz="1000" b="0" i="0" u="none" strike="noStrike" dirty="0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3649" marR="3649" marT="36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000" b="0" u="none" strike="noStrike">
                          <a:solidFill>
                            <a:srgbClr val="000000"/>
                          </a:solidFill>
                          <a:effectLst/>
                          <a:latin typeface="Arial Rounded MT Bold" panose="020F0704030504030204" pitchFamily="34" charset="0"/>
                        </a:rPr>
                        <a:t>137,6101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3649" marR="3649" marT="36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000" b="0" u="none" strike="noStrike">
                          <a:solidFill>
                            <a:srgbClr val="000000"/>
                          </a:solidFill>
                          <a:effectLst/>
                          <a:latin typeface="Arial Rounded MT Bold" panose="020F0704030504030204" pitchFamily="34" charset="0"/>
                        </a:rPr>
                        <a:t>0,914309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3649" marR="3649" marT="36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000" b="0" u="none" strike="noStrike" dirty="0">
                          <a:solidFill>
                            <a:srgbClr val="000000"/>
                          </a:solidFill>
                          <a:effectLst/>
                          <a:latin typeface="Arial Rounded MT Bold" panose="020F0704030504030204" pitchFamily="34" charset="0"/>
                        </a:rPr>
                        <a:t>0,498201</a:t>
                      </a:r>
                      <a:endParaRPr lang="en-ID" sz="1000" b="0" i="0" u="none" strike="noStrike" dirty="0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3649" marR="3649" marT="3649" marB="0" anchor="b"/>
                </a:tc>
                <a:extLst>
                  <a:ext uri="{0D108BD9-81ED-4DB2-BD59-A6C34878D82A}">
                    <a16:rowId xmlns:a16="http://schemas.microsoft.com/office/drawing/2014/main" val="2854867225"/>
                  </a:ext>
                </a:extLst>
              </a:tr>
              <a:tr h="19632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000" b="0" u="none" strike="noStrike">
                          <a:solidFill>
                            <a:srgbClr val="000000"/>
                          </a:solidFill>
                          <a:effectLst/>
                          <a:latin typeface="Arial Rounded MT Bold" panose="020F0704030504030204" pitchFamily="34" charset="0"/>
                        </a:rPr>
                        <a:t>grayscale_Image_7.jpg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3649" marR="3649" marT="36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000" b="0" u="none" strike="noStrike" dirty="0">
                          <a:solidFill>
                            <a:srgbClr val="000000"/>
                          </a:solidFill>
                          <a:effectLst/>
                          <a:latin typeface="Arial Rounded MT Bold" panose="020F0704030504030204" pitchFamily="34" charset="0"/>
                        </a:rPr>
                        <a:t>0,029171</a:t>
                      </a:r>
                      <a:endParaRPr lang="en-ID" sz="1000" b="0" i="0" u="none" strike="noStrike" dirty="0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3649" marR="3649" marT="36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000" b="0" u="none" strike="noStrike" dirty="0">
                          <a:solidFill>
                            <a:srgbClr val="000000"/>
                          </a:solidFill>
                          <a:effectLst/>
                          <a:latin typeface="Arial Rounded MT Bold" panose="020F0704030504030204" pitchFamily="34" charset="0"/>
                        </a:rPr>
                        <a:t>226,1872</a:t>
                      </a:r>
                      <a:endParaRPr lang="en-ID" sz="1000" b="0" i="0" u="none" strike="noStrike" dirty="0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3649" marR="3649" marT="36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000" b="0" u="none" strike="noStrike">
                          <a:solidFill>
                            <a:srgbClr val="000000"/>
                          </a:solidFill>
                          <a:effectLst/>
                          <a:latin typeface="Arial Rounded MT Bold" panose="020F0704030504030204" pitchFamily="34" charset="0"/>
                        </a:rPr>
                        <a:t>0,918992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3649" marR="3649" marT="36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000" b="0" u="none" strike="noStrike" dirty="0">
                          <a:solidFill>
                            <a:srgbClr val="000000"/>
                          </a:solidFill>
                          <a:effectLst/>
                          <a:latin typeface="Arial Rounded MT Bold" panose="020F0704030504030204" pitchFamily="34" charset="0"/>
                        </a:rPr>
                        <a:t>0,298375</a:t>
                      </a:r>
                      <a:endParaRPr lang="en-ID" sz="1000" b="0" i="0" u="none" strike="noStrike" dirty="0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3649" marR="3649" marT="3649" marB="0" anchor="b"/>
                </a:tc>
                <a:extLst>
                  <a:ext uri="{0D108BD9-81ED-4DB2-BD59-A6C34878D82A}">
                    <a16:rowId xmlns:a16="http://schemas.microsoft.com/office/drawing/2014/main" val="2204554454"/>
                  </a:ext>
                </a:extLst>
              </a:tr>
              <a:tr h="19632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000" b="0" u="none" strike="noStrike">
                          <a:solidFill>
                            <a:srgbClr val="000000"/>
                          </a:solidFill>
                          <a:effectLst/>
                          <a:latin typeface="Arial Rounded MT Bold" panose="020F0704030504030204" pitchFamily="34" charset="0"/>
                        </a:rPr>
                        <a:t>grayscale_Image_9.jpg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3649" marR="3649" marT="36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000" b="0" u="none" strike="noStrike" dirty="0">
                          <a:solidFill>
                            <a:srgbClr val="000000"/>
                          </a:solidFill>
                          <a:effectLst/>
                          <a:latin typeface="Arial Rounded MT Bold" panose="020F0704030504030204" pitchFamily="34" charset="0"/>
                        </a:rPr>
                        <a:t>0,021466</a:t>
                      </a:r>
                      <a:endParaRPr lang="en-ID" sz="1000" b="0" i="0" u="none" strike="noStrike" dirty="0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3649" marR="3649" marT="36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000" b="0" u="none" strike="noStrike" dirty="0">
                          <a:solidFill>
                            <a:srgbClr val="000000"/>
                          </a:solidFill>
                          <a:effectLst/>
                          <a:latin typeface="Arial Rounded MT Bold" panose="020F0704030504030204" pitchFamily="34" charset="0"/>
                        </a:rPr>
                        <a:t>414,3575</a:t>
                      </a:r>
                      <a:endParaRPr lang="en-ID" sz="1000" b="0" i="0" u="none" strike="noStrike" dirty="0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3649" marR="3649" marT="36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000" b="0" u="none" strike="noStrike" dirty="0">
                          <a:solidFill>
                            <a:srgbClr val="000000"/>
                          </a:solidFill>
                          <a:effectLst/>
                          <a:latin typeface="Arial Rounded MT Bold" panose="020F0704030504030204" pitchFamily="34" charset="0"/>
                        </a:rPr>
                        <a:t>0,931286</a:t>
                      </a:r>
                      <a:endParaRPr lang="en-ID" sz="1000" b="0" i="0" u="none" strike="noStrike" dirty="0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3649" marR="3649" marT="36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000" b="0" u="none" strike="noStrike" dirty="0">
                          <a:solidFill>
                            <a:srgbClr val="000000"/>
                          </a:solidFill>
                          <a:effectLst/>
                          <a:latin typeface="Arial Rounded MT Bold" panose="020F0704030504030204" pitchFamily="34" charset="0"/>
                        </a:rPr>
                        <a:t>0,239376</a:t>
                      </a:r>
                      <a:endParaRPr lang="en-ID" sz="1000" b="0" i="0" u="none" strike="noStrike" dirty="0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3649" marR="3649" marT="3649" marB="0" anchor="b"/>
                </a:tc>
                <a:extLst>
                  <a:ext uri="{0D108BD9-81ED-4DB2-BD59-A6C34878D82A}">
                    <a16:rowId xmlns:a16="http://schemas.microsoft.com/office/drawing/2014/main" val="16802288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695642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4">
          <a:extLst>
            <a:ext uri="{FF2B5EF4-FFF2-40B4-BE49-F238E27FC236}">
              <a16:creationId xmlns:a16="http://schemas.microsoft.com/office/drawing/2014/main" id="{60365686-9FAB-E786-88F1-D09AB0C5E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36">
            <a:extLst>
              <a:ext uri="{FF2B5EF4-FFF2-40B4-BE49-F238E27FC236}">
                <a16:creationId xmlns:a16="http://schemas.microsoft.com/office/drawing/2014/main" id="{D53329AA-9EF0-61A7-268A-D7E422E0451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2138358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US" sz="5400" dirty="0" err="1"/>
              <a:t>TERIMA</a:t>
            </a:r>
            <a:r>
              <a:rPr lang="en-US" sz="5400" dirty="0"/>
              <a:t> KASIH</a:t>
            </a:r>
            <a:endParaRPr sz="5400" dirty="0"/>
          </a:p>
        </p:txBody>
      </p:sp>
    </p:spTree>
    <p:extLst>
      <p:ext uri="{BB962C8B-B14F-4D97-AF65-F5344CB8AC3E}">
        <p14:creationId xmlns:p14="http://schemas.microsoft.com/office/powerpoint/2010/main" val="1356128702"/>
      </p:ext>
    </p:extLst>
  </p:cSld>
  <p:clrMapOvr>
    <a:masterClrMapping/>
  </p:clrMapOvr>
</p:sld>
</file>

<file path=ppt/theme/theme1.xml><?xml version="1.0" encoding="utf-8"?>
<a:theme xmlns:a="http://schemas.openxmlformats.org/drawingml/2006/main" name="Elegant and Clean Case Report by Slidesgo">
  <a:themeElements>
    <a:clrScheme name="Simple Light">
      <a:dk1>
        <a:srgbClr val="092F53"/>
      </a:dk1>
      <a:lt1>
        <a:srgbClr val="EBEBEB"/>
      </a:lt1>
      <a:dk2>
        <a:srgbClr val="FFFFFF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92F5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</TotalTime>
  <Words>561</Words>
  <Application>Microsoft Office PowerPoint</Application>
  <PresentationFormat>On-screen Show (16:9)</PresentationFormat>
  <Paragraphs>154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 Rounded MT Bold</vt:lpstr>
      <vt:lpstr>Raleway</vt:lpstr>
      <vt:lpstr>Arial</vt:lpstr>
      <vt:lpstr>DM Serif Text</vt:lpstr>
      <vt:lpstr>Arimo</vt:lpstr>
      <vt:lpstr>Elegant and Clean Case Report by Slidesgo</vt:lpstr>
      <vt:lpstr>Ekstraksi Fitur Tekstur Citra Menggunakan GLCM  ( Gray Level Co-Occurrence Matrix)</vt:lpstr>
      <vt:lpstr>Tujuan</vt:lpstr>
      <vt:lpstr>Dataset</vt:lpstr>
      <vt:lpstr>Tahapan</vt:lpstr>
      <vt:lpstr>Tahapan</vt:lpstr>
      <vt:lpstr>Tahapan</vt:lpstr>
      <vt:lpstr>Tahapan</vt:lpstr>
      <vt:lpstr>Tahapan</vt:lpstr>
      <vt:lpstr>Analisis Hasil Ekstraksi Fitur</vt:lpstr>
      <vt:lpstr>Penjelasan Hasil</vt:lpstr>
      <vt:lpstr>File Hasil Ekstraksi Fitur</vt:lpstr>
      <vt:lpstr>TERIMA KASIH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Arya Putra</dc:creator>
  <cp:lastModifiedBy>arya putra</cp:lastModifiedBy>
  <cp:revision>22</cp:revision>
  <dcterms:modified xsi:type="dcterms:W3CDTF">2026-04-04T12:49:48Z</dcterms:modified>
</cp:coreProperties>
</file>